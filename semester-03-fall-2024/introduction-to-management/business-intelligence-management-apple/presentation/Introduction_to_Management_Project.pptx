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3"/>
  </p:notesMasterIdLst>
  <p:sldIdLst>
    <p:sldId id="271" r:id="rId2"/>
    <p:sldId id="256" r:id="rId3"/>
    <p:sldId id="257" r:id="rId4"/>
    <p:sldId id="276" r:id="rId5"/>
    <p:sldId id="277" r:id="rId6"/>
    <p:sldId id="258" r:id="rId7"/>
    <p:sldId id="261" r:id="rId8"/>
    <p:sldId id="285" r:id="rId9"/>
    <p:sldId id="286" r:id="rId10"/>
    <p:sldId id="260" r:id="rId11"/>
    <p:sldId id="263" r:id="rId12"/>
    <p:sldId id="278" r:id="rId13"/>
    <p:sldId id="268" r:id="rId14"/>
    <p:sldId id="279" r:id="rId15"/>
    <p:sldId id="266" r:id="rId16"/>
    <p:sldId id="280" r:id="rId17"/>
    <p:sldId id="283" r:id="rId18"/>
    <p:sldId id="284" r:id="rId19"/>
    <p:sldId id="269" r:id="rId20"/>
    <p:sldId id="282" r:id="rId21"/>
    <p:sldId id="267" r:id="rId22"/>
  </p:sldIdLst>
  <p:sldSz cx="18288000" cy="10287000"/>
  <p:notesSz cx="6858000" cy="9144000"/>
  <p:embeddedFontLst>
    <p:embeddedFont>
      <p:font typeface="Anton" pitchFamily="2" charset="0"/>
      <p:regular r:id="rId24"/>
    </p:embeddedFont>
    <p:embeddedFont>
      <p:font typeface="Arial Black" panose="020B0A04020102020204" pitchFamily="34" charset="0"/>
      <p:bold r:id="rId25"/>
    </p:embeddedFont>
    <p:embeddedFont>
      <p:font typeface="Montserrat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02" autoAdjust="0"/>
  </p:normalViewPr>
  <p:slideViewPr>
    <p:cSldViewPr snapToGrid="0">
      <p:cViewPr varScale="1">
        <p:scale>
          <a:sx n="50" d="100"/>
          <a:sy n="50" d="100"/>
        </p:scale>
        <p:origin x="946" y="7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7D126DE6-71C8-7B89-0781-FC6462FF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018CF382-216D-7213-8D27-8D3F635C0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:notes">
            <a:extLst>
              <a:ext uri="{FF2B5EF4-FFF2-40B4-BE49-F238E27FC236}">
                <a16:creationId xmlns:a16="http://schemas.microsoft.com/office/drawing/2014/main" id="{FA6933AD-BD2A-2F22-1784-D43A824BBA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675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894B83F4-E0D8-1B8E-EF6E-47B561A3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:notes">
            <a:extLst>
              <a:ext uri="{FF2B5EF4-FFF2-40B4-BE49-F238E27FC236}">
                <a16:creationId xmlns:a16="http://schemas.microsoft.com/office/drawing/2014/main" id="{3FD31041-803D-2825-71C4-B972986A2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:notes">
            <a:extLst>
              <a:ext uri="{FF2B5EF4-FFF2-40B4-BE49-F238E27FC236}">
                <a16:creationId xmlns:a16="http://schemas.microsoft.com/office/drawing/2014/main" id="{ED22DCF3-72A1-59E2-3CDA-F16670D4E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548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3E38AAC9-0937-7665-00F0-9DC2C111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0BD114C5-883A-10B0-3E38-053368371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9FC6427D-27E7-7CBF-4FD6-23D5F6348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263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A949AD6E-DB27-D5A4-B980-098F89EBA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021F85B6-CD40-487E-2EC2-6BF8C7B21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78AA4EF8-707C-FEE5-950E-B5CB76F91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2345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1A16E752-FED9-C8CF-B445-F7494528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>
            <a:extLst>
              <a:ext uri="{FF2B5EF4-FFF2-40B4-BE49-F238E27FC236}">
                <a16:creationId xmlns:a16="http://schemas.microsoft.com/office/drawing/2014/main" id="{672D98DF-4D34-6976-10D2-DEE202D2C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>
            <a:extLst>
              <a:ext uri="{FF2B5EF4-FFF2-40B4-BE49-F238E27FC236}">
                <a16:creationId xmlns:a16="http://schemas.microsoft.com/office/drawing/2014/main" id="{F7FBD0BF-1241-8532-0C31-482C8B8D7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6324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94B56427-ACCF-9D71-D417-06B8C1FE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3:notes">
            <a:extLst>
              <a:ext uri="{FF2B5EF4-FFF2-40B4-BE49-F238E27FC236}">
                <a16:creationId xmlns:a16="http://schemas.microsoft.com/office/drawing/2014/main" id="{ED35B52B-5350-CE7A-D105-11D20820D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1" name="Google Shape;571;p13:notes">
            <a:extLst>
              <a:ext uri="{FF2B5EF4-FFF2-40B4-BE49-F238E27FC236}">
                <a16:creationId xmlns:a16="http://schemas.microsoft.com/office/drawing/2014/main" id="{7AD7980B-7112-EA3D-A451-EA6EE0D9A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55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C868D3A5-257A-9DE3-627E-5F0A2D0C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>
            <a:extLst>
              <a:ext uri="{FF2B5EF4-FFF2-40B4-BE49-F238E27FC236}">
                <a16:creationId xmlns:a16="http://schemas.microsoft.com/office/drawing/2014/main" id="{D6EB40BE-D6ED-DA5A-673D-846239F9E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7" name="Google Shape;517;p11:notes">
            <a:extLst>
              <a:ext uri="{FF2B5EF4-FFF2-40B4-BE49-F238E27FC236}">
                <a16:creationId xmlns:a16="http://schemas.microsoft.com/office/drawing/2014/main" id="{1FD58973-AABA-24ED-7E09-BB30FFA01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6956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E8A806DB-3DF8-77C6-DB85-31033D08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>
            <a:extLst>
              <a:ext uri="{FF2B5EF4-FFF2-40B4-BE49-F238E27FC236}">
                <a16:creationId xmlns:a16="http://schemas.microsoft.com/office/drawing/2014/main" id="{0F85DB59-B3A5-C9D6-A86B-21784EA06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:notes">
            <a:extLst>
              <a:ext uri="{FF2B5EF4-FFF2-40B4-BE49-F238E27FC236}">
                <a16:creationId xmlns:a16="http://schemas.microsoft.com/office/drawing/2014/main" id="{7B8913E6-8CEF-01C9-6DC6-DED091AB5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8688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82F27F1-9404-E193-BA8D-674FA97A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>
            <a:extLst>
              <a:ext uri="{FF2B5EF4-FFF2-40B4-BE49-F238E27FC236}">
                <a16:creationId xmlns:a16="http://schemas.microsoft.com/office/drawing/2014/main" id="{E1FDE592-C3F0-FAF2-4FFE-575D061B8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:notes">
            <a:extLst>
              <a:ext uri="{FF2B5EF4-FFF2-40B4-BE49-F238E27FC236}">
                <a16:creationId xmlns:a16="http://schemas.microsoft.com/office/drawing/2014/main" id="{E18BA1EE-6C5D-D05C-997E-6EB58A007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297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55F81C37-A80B-72AB-6BD5-CFC331E9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>
            <a:extLst>
              <a:ext uri="{FF2B5EF4-FFF2-40B4-BE49-F238E27FC236}">
                <a16:creationId xmlns:a16="http://schemas.microsoft.com/office/drawing/2014/main" id="{0911D411-18A1-6C87-D1E7-857662476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2:notes">
            <a:extLst>
              <a:ext uri="{FF2B5EF4-FFF2-40B4-BE49-F238E27FC236}">
                <a16:creationId xmlns:a16="http://schemas.microsoft.com/office/drawing/2014/main" id="{47A4DDCA-D0F0-0ECC-83D3-A3C3ED258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020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1525588" y="39150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3"/>
          <p:cNvGrpSpPr/>
          <p:nvPr/>
        </p:nvGrpSpPr>
        <p:grpSpPr>
          <a:xfrm rot="2700000">
            <a:off x="9592809" y="-1577859"/>
            <a:ext cx="2847034" cy="3027860"/>
            <a:chOff x="0" y="-47625"/>
            <a:chExt cx="749835" cy="797460"/>
          </a:xfrm>
        </p:grpSpPr>
        <p:sp>
          <p:nvSpPr>
            <p:cNvPr id="12" name="Google Shape;12;p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3" name="Google Shape;13;p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 rot="2700000">
            <a:off x="14142291" y="8771972"/>
            <a:ext cx="2847034" cy="3027860"/>
            <a:chOff x="0" y="-47625"/>
            <a:chExt cx="749835" cy="79746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16;p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 rot="2700000">
            <a:off x="12571564" y="9267339"/>
            <a:ext cx="2741727" cy="2922839"/>
            <a:chOff x="0" y="-47625"/>
            <a:chExt cx="722100" cy="7698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 rot="2700000">
            <a:off x="18248918" y="-424955"/>
            <a:ext cx="5498479" cy="5679374"/>
            <a:chOff x="0" y="-47625"/>
            <a:chExt cx="1448157" cy="14958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2" name="Google Shape;22;p3"/>
            <p:cNvSpPr txBox="1"/>
            <p:nvPr/>
          </p:nvSpPr>
          <p:spPr>
            <a:xfrm>
              <a:off x="0" y="-47625"/>
              <a:ext cx="1448100" cy="149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26" name="Google Shape;26;p3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" name="Google Shape;27;p3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8" name="Google Shape;28;p3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32" name="Google Shape;32;p4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3" name="Google Shape;33;p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6" name="Google Shape;36;p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 rot="2700000">
            <a:off x="12161978" y="-1575435"/>
            <a:ext cx="2741727" cy="2922839"/>
            <a:chOff x="0" y="-47625"/>
            <a:chExt cx="722100" cy="769800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9" name="Google Shape;39;p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2" name="Google Shape;42;p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5029200" y="4804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46" name="Google Shape;46;p4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48" name="Google Shape;48;p4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" name="Google Shape;49;p4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0" name="Google Shape;50;p4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2031438" y="5793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54" name="Google Shape;54;p5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55" name="Google Shape;55;p5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56" name="Google Shape;56;p5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" name="Google Shape;57;p5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8" name="Google Shape;58;p5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60" name="Google Shape;60;p5"/>
          <p:cNvGrpSpPr/>
          <p:nvPr/>
        </p:nvGrpSpPr>
        <p:grpSpPr>
          <a:xfrm rot="2700000">
            <a:off x="12786935" y="-1788318"/>
            <a:ext cx="2741727" cy="2922839"/>
            <a:chOff x="0" y="-47625"/>
            <a:chExt cx="722100" cy="769800"/>
          </a:xfrm>
        </p:grpSpPr>
        <p:sp>
          <p:nvSpPr>
            <p:cNvPr id="61" name="Google Shape;61;p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2" name="Google Shape;62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5"/>
          <p:cNvGrpSpPr/>
          <p:nvPr/>
        </p:nvGrpSpPr>
        <p:grpSpPr>
          <a:xfrm rot="2700000">
            <a:off x="8693243" y="8761814"/>
            <a:ext cx="2741727" cy="2922839"/>
            <a:chOff x="0" y="-47625"/>
            <a:chExt cx="722100" cy="769800"/>
          </a:xfrm>
        </p:grpSpPr>
        <p:sp>
          <p:nvSpPr>
            <p:cNvPr id="64" name="Google Shape;64;p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5" name="Google Shape;65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5"/>
          <p:cNvGrpSpPr/>
          <p:nvPr/>
        </p:nvGrpSpPr>
        <p:grpSpPr>
          <a:xfrm rot="2700000">
            <a:off x="10848306" y="-2435115"/>
            <a:ext cx="2741727" cy="2922839"/>
            <a:chOff x="0" y="-47625"/>
            <a:chExt cx="722100" cy="769800"/>
          </a:xfrm>
        </p:grpSpPr>
        <p:sp>
          <p:nvSpPr>
            <p:cNvPr id="67" name="Google Shape;67;p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8" name="Google Shape;68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>
            <a:spLocks noGrp="1"/>
          </p:cNvSpPr>
          <p:nvPr>
            <p:ph type="body" idx="1"/>
          </p:nvPr>
        </p:nvSpPr>
        <p:spPr>
          <a:xfrm>
            <a:off x="4338200" y="4573150"/>
            <a:ext cx="4716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2"/>
          </p:nvPr>
        </p:nvSpPr>
        <p:spPr>
          <a:xfrm>
            <a:off x="9232907" y="4573150"/>
            <a:ext cx="4716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2" name="Google Shape;72;p6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73" name="Google Shape;73;p6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74" name="Google Shape;74;p6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75" name="Google Shape;75;p6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" name="Google Shape;76;p6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77" name="Google Shape;77;p6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9" name="Google Shape;79;p6"/>
          <p:cNvGrpSpPr/>
          <p:nvPr/>
        </p:nvGrpSpPr>
        <p:grpSpPr>
          <a:xfrm rot="2700000">
            <a:off x="-1383233" y="4767676"/>
            <a:ext cx="2741727" cy="2922839"/>
            <a:chOff x="0" y="-47625"/>
            <a:chExt cx="722100" cy="769800"/>
          </a:xfrm>
        </p:grpSpPr>
        <p:sp>
          <p:nvSpPr>
            <p:cNvPr id="80" name="Google Shape;80;p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81" name="Google Shape;81;p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6"/>
          <p:cNvGrpSpPr/>
          <p:nvPr/>
        </p:nvGrpSpPr>
        <p:grpSpPr>
          <a:xfrm rot="2700000">
            <a:off x="16980967" y="3844570"/>
            <a:ext cx="2741727" cy="2922839"/>
            <a:chOff x="0" y="-47625"/>
            <a:chExt cx="722100" cy="769800"/>
          </a:xfrm>
        </p:grpSpPr>
        <p:sp>
          <p:nvSpPr>
            <p:cNvPr id="83" name="Google Shape;83;p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84" name="Google Shape;84;p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body" idx="1"/>
          </p:nvPr>
        </p:nvSpPr>
        <p:spPr>
          <a:xfrm>
            <a:off x="3775400" y="4974625"/>
            <a:ext cx="5271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2"/>
          </p:nvPr>
        </p:nvSpPr>
        <p:spPr>
          <a:xfrm>
            <a:off x="9239209" y="4974625"/>
            <a:ext cx="52734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8" name="Google Shape;88;p7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89" name="Google Shape;89;p7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90" name="Google Shape;90;p7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91" name="Google Shape;91;p7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7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3" name="Google Shape;93;p7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5" name="Google Shape;95;p7"/>
          <p:cNvGrpSpPr/>
          <p:nvPr/>
        </p:nvGrpSpPr>
        <p:grpSpPr>
          <a:xfrm rot="2700000">
            <a:off x="11631253" y="-1522967"/>
            <a:ext cx="2741727" cy="2922839"/>
            <a:chOff x="0" y="-47625"/>
            <a:chExt cx="722100" cy="769800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97" name="Google Shape;97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7"/>
          <p:cNvGrpSpPr/>
          <p:nvPr/>
        </p:nvGrpSpPr>
        <p:grpSpPr>
          <a:xfrm rot="2700000">
            <a:off x="9692624" y="-2435115"/>
            <a:ext cx="2741727" cy="2922839"/>
            <a:chOff x="0" y="-47625"/>
            <a:chExt cx="722100" cy="769800"/>
          </a:xfrm>
        </p:grpSpPr>
        <p:sp>
          <p:nvSpPr>
            <p:cNvPr id="99" name="Google Shape;99;p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0" name="Google Shape;100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7"/>
          <p:cNvGrpSpPr/>
          <p:nvPr/>
        </p:nvGrpSpPr>
        <p:grpSpPr>
          <a:xfrm rot="2700000">
            <a:off x="4056857" y="9670886"/>
            <a:ext cx="2741727" cy="2922839"/>
            <a:chOff x="0" y="-47625"/>
            <a:chExt cx="722100" cy="769800"/>
          </a:xfrm>
        </p:grpSpPr>
        <p:sp>
          <p:nvSpPr>
            <p:cNvPr id="102" name="Google Shape;102;p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3" name="Google Shape;103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8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06" name="Google Shape;106;p8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07" name="Google Shape;107;p8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08" name="Google Shape;108;p8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8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0" name="Google Shape;110;p8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12" name="Google Shape;112;p8"/>
          <p:cNvGrpSpPr/>
          <p:nvPr/>
        </p:nvGrpSpPr>
        <p:grpSpPr>
          <a:xfrm rot="2700000">
            <a:off x="5580756" y="-1461657"/>
            <a:ext cx="2017283" cy="2082209"/>
            <a:chOff x="0" y="-47625"/>
            <a:chExt cx="531300" cy="548400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4" name="Google Shape;114;p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17343287" y="2054756"/>
            <a:ext cx="2017283" cy="2082209"/>
            <a:chOff x="0" y="-47625"/>
            <a:chExt cx="531300" cy="548400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7" name="Google Shape;117;p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856803" y="9001300"/>
            <a:ext cx="2741727" cy="2922839"/>
            <a:chOff x="0" y="-47625"/>
            <a:chExt cx="722100" cy="769800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20" name="Google Shape;120;p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2121767" y="9671743"/>
            <a:ext cx="2741727" cy="2922839"/>
            <a:chOff x="0" y="-47625"/>
            <a:chExt cx="722100" cy="769800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23" name="Google Shape;123;p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body" idx="1"/>
          </p:nvPr>
        </p:nvSpPr>
        <p:spPr>
          <a:xfrm>
            <a:off x="8536213" y="4471550"/>
            <a:ext cx="62241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body" idx="2"/>
          </p:nvPr>
        </p:nvSpPr>
        <p:spPr>
          <a:xfrm>
            <a:off x="3527688" y="4471550"/>
            <a:ext cx="48465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28" name="Google Shape;128;p9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29" name="Google Shape;129;p9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30" name="Google Shape;130;p9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9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2" name="Google Shape;132;p9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34" name="Google Shape;134;p9"/>
          <p:cNvGrpSpPr/>
          <p:nvPr/>
        </p:nvGrpSpPr>
        <p:grpSpPr>
          <a:xfrm rot="2700000">
            <a:off x="12786935" y="-1788318"/>
            <a:ext cx="2741727" cy="2922839"/>
            <a:chOff x="0" y="-47625"/>
            <a:chExt cx="722100" cy="769800"/>
          </a:xfrm>
        </p:grpSpPr>
        <p:sp>
          <p:nvSpPr>
            <p:cNvPr id="135" name="Google Shape;135;p9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6" name="Google Shape;136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9"/>
          <p:cNvGrpSpPr/>
          <p:nvPr/>
        </p:nvGrpSpPr>
        <p:grpSpPr>
          <a:xfrm rot="2700000">
            <a:off x="8693243" y="8761814"/>
            <a:ext cx="2741727" cy="2922839"/>
            <a:chOff x="0" y="-47625"/>
            <a:chExt cx="722100" cy="769800"/>
          </a:xfrm>
        </p:grpSpPr>
        <p:sp>
          <p:nvSpPr>
            <p:cNvPr id="138" name="Google Shape;138;p9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9" name="Google Shape;139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9"/>
          <p:cNvGrpSpPr/>
          <p:nvPr/>
        </p:nvGrpSpPr>
        <p:grpSpPr>
          <a:xfrm rot="2700000">
            <a:off x="10848306" y="-2435115"/>
            <a:ext cx="2741727" cy="2922839"/>
            <a:chOff x="0" y="-47625"/>
            <a:chExt cx="722100" cy="769800"/>
          </a:xfrm>
        </p:grpSpPr>
        <p:sp>
          <p:nvSpPr>
            <p:cNvPr id="141" name="Google Shape;141;p9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42" name="Google Shape;142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>
            <a:spLocks noGrp="1"/>
          </p:cNvSpPr>
          <p:nvPr>
            <p:ph type="pic" idx="2"/>
          </p:nvPr>
        </p:nvSpPr>
        <p:spPr>
          <a:xfrm>
            <a:off x="9271925" y="4327260"/>
            <a:ext cx="4677000" cy="350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0"/>
          <p:cNvSpPr txBox="1">
            <a:spLocks noGrp="1"/>
          </p:cNvSpPr>
          <p:nvPr>
            <p:ph type="body" idx="1"/>
          </p:nvPr>
        </p:nvSpPr>
        <p:spPr>
          <a:xfrm>
            <a:off x="1611888" y="48661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46" name="Google Shape;146;p10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47" name="Google Shape;147;p10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48" name="Google Shape;148;p10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49" name="Google Shape;149;p10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0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1" name="Google Shape;151;p10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3" name="Google Shape;153;p10"/>
          <p:cNvGrpSpPr/>
          <p:nvPr/>
        </p:nvGrpSpPr>
        <p:grpSpPr>
          <a:xfrm rot="2700000">
            <a:off x="7569488" y="-2119717"/>
            <a:ext cx="2741727" cy="2922839"/>
            <a:chOff x="0" y="-47625"/>
            <a:chExt cx="722100" cy="769800"/>
          </a:xfrm>
        </p:grpSpPr>
        <p:sp>
          <p:nvSpPr>
            <p:cNvPr id="154" name="Google Shape;154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55" name="Google Shape;155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"/>
          <p:cNvGrpSpPr/>
          <p:nvPr/>
        </p:nvGrpSpPr>
        <p:grpSpPr>
          <a:xfrm rot="2700000">
            <a:off x="14392704" y="8761814"/>
            <a:ext cx="2741727" cy="2922839"/>
            <a:chOff x="0" y="-47625"/>
            <a:chExt cx="722100" cy="769800"/>
          </a:xfrm>
        </p:grpSpPr>
        <p:sp>
          <p:nvSpPr>
            <p:cNvPr id="157" name="Google Shape;157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58" name="Google Shape;158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0"/>
          <p:cNvGrpSpPr/>
          <p:nvPr/>
        </p:nvGrpSpPr>
        <p:grpSpPr>
          <a:xfrm rot="2700000">
            <a:off x="17187731" y="1429787"/>
            <a:ext cx="2741727" cy="2922839"/>
            <a:chOff x="0" y="-47625"/>
            <a:chExt cx="722100" cy="769800"/>
          </a:xfrm>
        </p:grpSpPr>
        <p:sp>
          <p:nvSpPr>
            <p:cNvPr id="160" name="Google Shape;160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61" name="Google Shape;161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0"/>
          <p:cNvGrpSpPr/>
          <p:nvPr/>
        </p:nvGrpSpPr>
        <p:grpSpPr>
          <a:xfrm rot="2700000">
            <a:off x="5898338" y="9671743"/>
            <a:ext cx="2741727" cy="2922839"/>
            <a:chOff x="0" y="-47625"/>
            <a:chExt cx="722100" cy="769800"/>
          </a:xfrm>
        </p:grpSpPr>
        <p:sp>
          <p:nvSpPr>
            <p:cNvPr id="163" name="Google Shape;163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64" name="Google Shape;164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4804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–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–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»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cteezy_social-media-icon-with-neon-effect-on-black-background_28697348">
            <a:hlinkClick r:id="" action="ppaction://media"/>
            <a:extLst>
              <a:ext uri="{FF2B5EF4-FFF2-40B4-BE49-F238E27FC236}">
                <a16:creationId xmlns:a16="http://schemas.microsoft.com/office/drawing/2014/main" id="{CA03C2F9-8A25-1E28-05B4-774C76E4E8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  <p:grpSp>
        <p:nvGrpSpPr>
          <p:cNvPr id="673" name="Google Shape;673;p26"/>
          <p:cNvGrpSpPr/>
          <p:nvPr/>
        </p:nvGrpSpPr>
        <p:grpSpPr>
          <a:xfrm rot="2700000">
            <a:off x="11434180" y="-4737236"/>
            <a:ext cx="2596748" cy="2777574"/>
            <a:chOff x="0" y="-47625"/>
            <a:chExt cx="683917" cy="731542"/>
          </a:xfrm>
        </p:grpSpPr>
        <p:sp>
          <p:nvSpPr>
            <p:cNvPr id="674" name="Google Shape;674;p26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75" name="Google Shape;675;p26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6" name="Google Shape;676;p26"/>
          <p:cNvGrpSpPr/>
          <p:nvPr/>
        </p:nvGrpSpPr>
        <p:grpSpPr>
          <a:xfrm rot="2700000">
            <a:off x="20718788" y="6397680"/>
            <a:ext cx="2596748" cy="2777574"/>
            <a:chOff x="0" y="-47625"/>
            <a:chExt cx="683917" cy="731542"/>
          </a:xfrm>
        </p:grpSpPr>
        <p:sp>
          <p:nvSpPr>
            <p:cNvPr id="677" name="Google Shape;677;p26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78" name="Google Shape;678;p26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p26"/>
          <p:cNvGrpSpPr/>
          <p:nvPr/>
        </p:nvGrpSpPr>
        <p:grpSpPr>
          <a:xfrm rot="2700000">
            <a:off x="7456298" y="11632714"/>
            <a:ext cx="2741636" cy="2922462"/>
            <a:chOff x="0" y="-47625"/>
            <a:chExt cx="722077" cy="769702"/>
          </a:xfrm>
        </p:grpSpPr>
        <p:sp>
          <p:nvSpPr>
            <p:cNvPr id="680" name="Google Shape;680;p2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81" name="Google Shape;681;p26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Google Shape;169;p11">
            <a:extLst>
              <a:ext uri="{FF2B5EF4-FFF2-40B4-BE49-F238E27FC236}">
                <a16:creationId xmlns:a16="http://schemas.microsoft.com/office/drawing/2014/main" id="{37C41E30-5FB8-A61B-7F22-A5ADA39B3232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-18911595" y="-1578968"/>
            <a:ext cx="16313590" cy="10583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182;p11">
            <a:extLst>
              <a:ext uri="{FF2B5EF4-FFF2-40B4-BE49-F238E27FC236}">
                <a16:creationId xmlns:a16="http://schemas.microsoft.com/office/drawing/2014/main" id="{0F9F603B-CCDC-64F0-7857-38A52B841A79}"/>
              </a:ext>
            </a:extLst>
          </p:cNvPr>
          <p:cNvGrpSpPr/>
          <p:nvPr/>
        </p:nvGrpSpPr>
        <p:grpSpPr>
          <a:xfrm rot="2700000">
            <a:off x="-9953005" y="-1669370"/>
            <a:ext cx="2296458" cy="2477284"/>
            <a:chOff x="0" y="-47625"/>
            <a:chExt cx="604828" cy="652453"/>
          </a:xfrm>
        </p:grpSpPr>
        <p:sp>
          <p:nvSpPr>
            <p:cNvPr id="5" name="Google Shape;183;p11">
              <a:extLst>
                <a:ext uri="{FF2B5EF4-FFF2-40B4-BE49-F238E27FC236}">
                  <a16:creationId xmlns:a16="http://schemas.microsoft.com/office/drawing/2014/main" id="{55E63884-61FE-8B69-0B61-132267677FC8}"/>
                </a:ext>
              </a:extLst>
            </p:cNvPr>
            <p:cNvSpPr/>
            <p:nvPr/>
          </p:nvSpPr>
          <p:spPr>
            <a:xfrm>
              <a:off x="0" y="0"/>
              <a:ext cx="604828" cy="604828"/>
            </a:xfrm>
            <a:custGeom>
              <a:avLst/>
              <a:gdLst/>
              <a:ahLst/>
              <a:cxnLst/>
              <a:rect l="l" t="t" r="r" b="b"/>
              <a:pathLst>
                <a:path w="604828" h="604828" extrusionOk="0">
                  <a:moveTo>
                    <a:pt x="0" y="0"/>
                  </a:moveTo>
                  <a:lnTo>
                    <a:pt x="604828" y="0"/>
                  </a:lnTo>
                  <a:lnTo>
                    <a:pt x="604828" y="604828"/>
                  </a:lnTo>
                  <a:lnTo>
                    <a:pt x="0" y="604828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" name="Google Shape;184;p11">
              <a:extLst>
                <a:ext uri="{FF2B5EF4-FFF2-40B4-BE49-F238E27FC236}">
                  <a16:creationId xmlns:a16="http://schemas.microsoft.com/office/drawing/2014/main" id="{E341270A-3DF1-26E6-C6D4-E08455FB1070}"/>
                </a:ext>
              </a:extLst>
            </p:cNvPr>
            <p:cNvSpPr txBox="1"/>
            <p:nvPr/>
          </p:nvSpPr>
          <p:spPr>
            <a:xfrm>
              <a:off x="0" y="-47625"/>
              <a:ext cx="604828" cy="65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188;p11">
            <a:extLst>
              <a:ext uri="{FF2B5EF4-FFF2-40B4-BE49-F238E27FC236}">
                <a16:creationId xmlns:a16="http://schemas.microsoft.com/office/drawing/2014/main" id="{7DE0664F-9F23-288E-53CC-6852D0806F0D}"/>
              </a:ext>
            </a:extLst>
          </p:cNvPr>
          <p:cNvSpPr txBox="1"/>
          <p:nvPr/>
        </p:nvSpPr>
        <p:spPr>
          <a:xfrm>
            <a:off x="-21367354" y="3156365"/>
            <a:ext cx="7124431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Business Intelligence and Management Integration in Apple Inc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8" name="Google Shape;195;p11">
            <a:extLst>
              <a:ext uri="{FF2B5EF4-FFF2-40B4-BE49-F238E27FC236}">
                <a16:creationId xmlns:a16="http://schemas.microsoft.com/office/drawing/2014/main" id="{40151BCB-B3A0-E454-9075-5D1646AA41CC}"/>
              </a:ext>
            </a:extLst>
          </p:cNvPr>
          <p:cNvSpPr txBox="1"/>
          <p:nvPr/>
        </p:nvSpPr>
        <p:spPr>
          <a:xfrm>
            <a:off x="-21896938" y="7529884"/>
            <a:ext cx="5614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FE159-5552-8D10-350E-959B615C270C}"/>
              </a:ext>
            </a:extLst>
          </p:cNvPr>
          <p:cNvSpPr txBox="1"/>
          <p:nvPr/>
        </p:nvSpPr>
        <p:spPr>
          <a:xfrm>
            <a:off x="-21257625" y="1455949"/>
            <a:ext cx="3313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Topic: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3"/>
          <a:srcRect/>
          <a:stretch/>
        </p:blipFill>
        <p:spPr>
          <a:xfrm>
            <a:off x="3772818" y="-1807313"/>
            <a:ext cx="16313590" cy="1058355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 rot="18618773">
            <a:off x="2654481" y="-6884064"/>
            <a:ext cx="10685665" cy="33994174"/>
          </a:xfrm>
          <a:custGeom>
            <a:avLst/>
            <a:gdLst/>
            <a:ahLst/>
            <a:cxnLst/>
            <a:rect l="l" t="t" r="r" b="b"/>
            <a:pathLst>
              <a:path w="2814332" h="8953198" extrusionOk="0">
                <a:moveTo>
                  <a:pt x="0" y="0"/>
                </a:moveTo>
                <a:lnTo>
                  <a:pt x="2814332" y="0"/>
                </a:lnTo>
                <a:lnTo>
                  <a:pt x="2814332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grpSp>
        <p:nvGrpSpPr>
          <p:cNvPr id="173" name="Google Shape;173;p11"/>
          <p:cNvGrpSpPr/>
          <p:nvPr/>
        </p:nvGrpSpPr>
        <p:grpSpPr>
          <a:xfrm rot="-2981227">
            <a:off x="14174405" y="-18609474"/>
            <a:ext cx="8493517" cy="34175000"/>
            <a:chOff x="0" y="-47625"/>
            <a:chExt cx="2236976" cy="900082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236976" cy="8953198"/>
            </a:xfrm>
            <a:custGeom>
              <a:avLst/>
              <a:gdLst/>
              <a:ahLst/>
              <a:cxnLst/>
              <a:rect l="l" t="t" r="r" b="b"/>
              <a:pathLst>
                <a:path w="2236976" h="8953198" extrusionOk="0">
                  <a:moveTo>
                    <a:pt x="0" y="0"/>
                  </a:moveTo>
                  <a:lnTo>
                    <a:pt x="2236976" y="0"/>
                  </a:lnTo>
                  <a:lnTo>
                    <a:pt x="2236976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47625"/>
              <a:ext cx="2236976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1"/>
          <p:cNvGrpSpPr/>
          <p:nvPr/>
        </p:nvGrpSpPr>
        <p:grpSpPr>
          <a:xfrm rot="2700000">
            <a:off x="12895306" y="7364297"/>
            <a:ext cx="5498471" cy="5679297"/>
            <a:chOff x="0" y="-47625"/>
            <a:chExt cx="1448157" cy="1495782"/>
          </a:xfrm>
        </p:grpSpPr>
        <p:sp>
          <p:nvSpPr>
            <p:cNvPr id="177" name="Google Shape;177;p11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78" name="Google Shape;178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1"/>
          <p:cNvGrpSpPr/>
          <p:nvPr/>
        </p:nvGrpSpPr>
        <p:grpSpPr>
          <a:xfrm rot="2700000">
            <a:off x="-5544610" y="-411715"/>
            <a:ext cx="5498471" cy="5679297"/>
            <a:chOff x="0" y="-47625"/>
            <a:chExt cx="1448157" cy="1495782"/>
          </a:xfrm>
        </p:grpSpPr>
        <p:sp>
          <p:nvSpPr>
            <p:cNvPr id="180" name="Google Shape;180;p11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1" name="Google Shape;181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 rot="2700000">
            <a:off x="12731408" y="-1897715"/>
            <a:ext cx="2296458" cy="2477284"/>
            <a:chOff x="0" y="-47625"/>
            <a:chExt cx="604828" cy="652453"/>
          </a:xfrm>
        </p:grpSpPr>
        <p:sp>
          <p:nvSpPr>
            <p:cNvPr id="183" name="Google Shape;183;p11"/>
            <p:cNvSpPr/>
            <p:nvPr/>
          </p:nvSpPr>
          <p:spPr>
            <a:xfrm>
              <a:off x="0" y="0"/>
              <a:ext cx="604828" cy="604828"/>
            </a:xfrm>
            <a:custGeom>
              <a:avLst/>
              <a:gdLst/>
              <a:ahLst/>
              <a:cxnLst/>
              <a:rect l="l" t="t" r="r" b="b"/>
              <a:pathLst>
                <a:path w="604828" h="604828" extrusionOk="0">
                  <a:moveTo>
                    <a:pt x="0" y="0"/>
                  </a:moveTo>
                  <a:lnTo>
                    <a:pt x="604828" y="0"/>
                  </a:lnTo>
                  <a:lnTo>
                    <a:pt x="604828" y="604828"/>
                  </a:lnTo>
                  <a:lnTo>
                    <a:pt x="0" y="604828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4" name="Google Shape;184;p11"/>
            <p:cNvSpPr txBox="1"/>
            <p:nvPr/>
          </p:nvSpPr>
          <p:spPr>
            <a:xfrm>
              <a:off x="0" y="-47625"/>
              <a:ext cx="604828" cy="65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1"/>
          <p:cNvGrpSpPr/>
          <p:nvPr/>
        </p:nvGrpSpPr>
        <p:grpSpPr>
          <a:xfrm rot="2700000">
            <a:off x="9363129" y="9121792"/>
            <a:ext cx="5498471" cy="5679297"/>
            <a:chOff x="0" y="-47625"/>
            <a:chExt cx="1448157" cy="1495782"/>
          </a:xfrm>
        </p:grpSpPr>
        <p:sp>
          <p:nvSpPr>
            <p:cNvPr id="186" name="Google Shape;186;p11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87" name="Google Shape;187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1"/>
          <p:cNvSpPr txBox="1"/>
          <p:nvPr/>
        </p:nvSpPr>
        <p:spPr>
          <a:xfrm>
            <a:off x="1317059" y="2928020"/>
            <a:ext cx="7124431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Business Intelligence and Management Integration in </a:t>
            </a:r>
            <a:r>
              <a:rPr lang="en-US" sz="7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Apple</a:t>
            </a:r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 Inc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5" name="Google Shape;195;p11"/>
          <p:cNvSpPr txBox="1"/>
          <p:nvPr/>
        </p:nvSpPr>
        <p:spPr>
          <a:xfrm>
            <a:off x="787475" y="7301539"/>
            <a:ext cx="5614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3E71A-0C12-A591-093F-02CA20B41D46}"/>
              </a:ext>
            </a:extLst>
          </p:cNvPr>
          <p:cNvSpPr txBox="1"/>
          <p:nvPr/>
        </p:nvSpPr>
        <p:spPr>
          <a:xfrm>
            <a:off x="1426788" y="1227604"/>
            <a:ext cx="3313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Topic:</a:t>
            </a:r>
          </a:p>
        </p:txBody>
      </p:sp>
      <p:grpSp>
        <p:nvGrpSpPr>
          <p:cNvPr id="202" name="Google Shape;212;p12">
            <a:extLst>
              <a:ext uri="{FF2B5EF4-FFF2-40B4-BE49-F238E27FC236}">
                <a16:creationId xmlns:a16="http://schemas.microsoft.com/office/drawing/2014/main" id="{E9596428-0979-97BD-D521-C6B367A25A62}"/>
              </a:ext>
            </a:extLst>
          </p:cNvPr>
          <p:cNvGrpSpPr/>
          <p:nvPr/>
        </p:nvGrpSpPr>
        <p:grpSpPr>
          <a:xfrm rot="2700000">
            <a:off x="44654906" y="-1577860"/>
            <a:ext cx="2847030" cy="3027856"/>
            <a:chOff x="0" y="-47625"/>
            <a:chExt cx="749835" cy="797460"/>
          </a:xfrm>
        </p:grpSpPr>
        <p:sp>
          <p:nvSpPr>
            <p:cNvPr id="203" name="Google Shape;213;p12">
              <a:extLst>
                <a:ext uri="{FF2B5EF4-FFF2-40B4-BE49-F238E27FC236}">
                  <a16:creationId xmlns:a16="http://schemas.microsoft.com/office/drawing/2014/main" id="{F725A163-2C6E-CFF0-F018-3087E01C146B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04" name="Google Shape;214;p12">
              <a:extLst>
                <a:ext uri="{FF2B5EF4-FFF2-40B4-BE49-F238E27FC236}">
                  <a16:creationId xmlns:a16="http://schemas.microsoft.com/office/drawing/2014/main" id="{9201EF51-2B74-6F1A-2228-6E6CCA077963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15;p12">
            <a:extLst>
              <a:ext uri="{FF2B5EF4-FFF2-40B4-BE49-F238E27FC236}">
                <a16:creationId xmlns:a16="http://schemas.microsoft.com/office/drawing/2014/main" id="{4B3B8A4F-8659-7CF3-5606-1A8561B3D97A}"/>
              </a:ext>
            </a:extLst>
          </p:cNvPr>
          <p:cNvGrpSpPr/>
          <p:nvPr/>
        </p:nvGrpSpPr>
        <p:grpSpPr>
          <a:xfrm rot="2700000">
            <a:off x="49204388" y="8771971"/>
            <a:ext cx="2847030" cy="3027856"/>
            <a:chOff x="0" y="-47625"/>
            <a:chExt cx="749835" cy="797460"/>
          </a:xfrm>
        </p:grpSpPr>
        <p:sp>
          <p:nvSpPr>
            <p:cNvPr id="206" name="Google Shape;216;p12">
              <a:extLst>
                <a:ext uri="{FF2B5EF4-FFF2-40B4-BE49-F238E27FC236}">
                  <a16:creationId xmlns:a16="http://schemas.microsoft.com/office/drawing/2014/main" id="{E5BC81DB-0A1E-62E0-AA60-B05A0FC242F0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07" name="Google Shape;217;p12">
              <a:extLst>
                <a:ext uri="{FF2B5EF4-FFF2-40B4-BE49-F238E27FC236}">
                  <a16:creationId xmlns:a16="http://schemas.microsoft.com/office/drawing/2014/main" id="{490EE221-D3D9-77E6-9525-C617ED58C6B2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18;p12">
            <a:extLst>
              <a:ext uri="{FF2B5EF4-FFF2-40B4-BE49-F238E27FC236}">
                <a16:creationId xmlns:a16="http://schemas.microsoft.com/office/drawing/2014/main" id="{083740C9-4BFF-799F-6D78-7E8F42677D41}"/>
              </a:ext>
            </a:extLst>
          </p:cNvPr>
          <p:cNvGrpSpPr/>
          <p:nvPr/>
        </p:nvGrpSpPr>
        <p:grpSpPr>
          <a:xfrm>
            <a:off x="-14504398" y="3746392"/>
            <a:ext cx="1753131" cy="1933957"/>
            <a:chOff x="0" y="-47625"/>
            <a:chExt cx="461730" cy="509355"/>
          </a:xfrm>
        </p:grpSpPr>
        <p:sp>
          <p:nvSpPr>
            <p:cNvPr id="209" name="Google Shape;219;p12">
              <a:extLst>
                <a:ext uri="{FF2B5EF4-FFF2-40B4-BE49-F238E27FC236}">
                  <a16:creationId xmlns:a16="http://schemas.microsoft.com/office/drawing/2014/main" id="{CB18E282-945E-7756-EC87-DA305E8E079A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10" name="Google Shape;220;p12">
              <a:extLst>
                <a:ext uri="{FF2B5EF4-FFF2-40B4-BE49-F238E27FC236}">
                  <a16:creationId xmlns:a16="http://schemas.microsoft.com/office/drawing/2014/main" id="{D4DDC088-434C-FF72-F476-6DF2910BC376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21;p12">
            <a:extLst>
              <a:ext uri="{FF2B5EF4-FFF2-40B4-BE49-F238E27FC236}">
                <a16:creationId xmlns:a16="http://schemas.microsoft.com/office/drawing/2014/main" id="{07DA518F-68B2-F992-04B2-2525BA9C639C}"/>
              </a:ext>
            </a:extLst>
          </p:cNvPr>
          <p:cNvGrpSpPr/>
          <p:nvPr/>
        </p:nvGrpSpPr>
        <p:grpSpPr>
          <a:xfrm>
            <a:off x="35525268" y="3758934"/>
            <a:ext cx="1753131" cy="1933957"/>
            <a:chOff x="0" y="-47625"/>
            <a:chExt cx="461730" cy="509355"/>
          </a:xfrm>
        </p:grpSpPr>
        <p:sp>
          <p:nvSpPr>
            <p:cNvPr id="212" name="Google Shape;222;p12">
              <a:extLst>
                <a:ext uri="{FF2B5EF4-FFF2-40B4-BE49-F238E27FC236}">
                  <a16:creationId xmlns:a16="http://schemas.microsoft.com/office/drawing/2014/main" id="{AFB2A5E8-020A-3477-D9E5-32B2F6EC5776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13" name="Google Shape;223;p12">
              <a:extLst>
                <a:ext uri="{FF2B5EF4-FFF2-40B4-BE49-F238E27FC236}">
                  <a16:creationId xmlns:a16="http://schemas.microsoft.com/office/drawing/2014/main" id="{9D125ED2-204F-7981-AC38-67B84805C43E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24;p12">
            <a:extLst>
              <a:ext uri="{FF2B5EF4-FFF2-40B4-BE49-F238E27FC236}">
                <a16:creationId xmlns:a16="http://schemas.microsoft.com/office/drawing/2014/main" id="{CD05A50B-1A87-FC90-BDE3-9FA55875F5A1}"/>
              </a:ext>
            </a:extLst>
          </p:cNvPr>
          <p:cNvGrpSpPr/>
          <p:nvPr/>
        </p:nvGrpSpPr>
        <p:grpSpPr>
          <a:xfrm>
            <a:off x="16133728" y="-13296832"/>
            <a:ext cx="1753131" cy="1933957"/>
            <a:chOff x="0" y="-47625"/>
            <a:chExt cx="461730" cy="509355"/>
          </a:xfrm>
        </p:grpSpPr>
        <p:sp>
          <p:nvSpPr>
            <p:cNvPr id="215" name="Google Shape;225;p12">
              <a:extLst>
                <a:ext uri="{FF2B5EF4-FFF2-40B4-BE49-F238E27FC236}">
                  <a16:creationId xmlns:a16="http://schemas.microsoft.com/office/drawing/2014/main" id="{015DC1E8-77BB-8828-C686-74B373F68057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16" name="Google Shape;226;p12">
              <a:extLst>
                <a:ext uri="{FF2B5EF4-FFF2-40B4-BE49-F238E27FC236}">
                  <a16:creationId xmlns:a16="http://schemas.microsoft.com/office/drawing/2014/main" id="{6C526DE8-6F00-23DE-0C65-73679EBE18C4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27;p12">
            <a:extLst>
              <a:ext uri="{FF2B5EF4-FFF2-40B4-BE49-F238E27FC236}">
                <a16:creationId xmlns:a16="http://schemas.microsoft.com/office/drawing/2014/main" id="{4A413616-335F-9476-DC80-8C557F59A305}"/>
              </a:ext>
            </a:extLst>
          </p:cNvPr>
          <p:cNvSpPr txBox="1"/>
          <p:nvPr/>
        </p:nvSpPr>
        <p:spPr>
          <a:xfrm>
            <a:off x="35199644" y="6659870"/>
            <a:ext cx="4885352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Key Business Processes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18" name="Google Shape;229;p12">
            <a:extLst>
              <a:ext uri="{FF2B5EF4-FFF2-40B4-BE49-F238E27FC236}">
                <a16:creationId xmlns:a16="http://schemas.microsoft.com/office/drawing/2014/main" id="{997D9B33-10AA-CC05-793A-AB7C80D4DD64}"/>
              </a:ext>
            </a:extLst>
          </p:cNvPr>
          <p:cNvSpPr txBox="1"/>
          <p:nvPr/>
        </p:nvSpPr>
        <p:spPr>
          <a:xfrm>
            <a:off x="-14302639" y="4307840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219" name="Google Shape;230;p12">
            <a:extLst>
              <a:ext uri="{FF2B5EF4-FFF2-40B4-BE49-F238E27FC236}">
                <a16:creationId xmlns:a16="http://schemas.microsoft.com/office/drawing/2014/main" id="{D4D76D87-7185-D38E-2978-F850C983E36B}"/>
              </a:ext>
            </a:extLst>
          </p:cNvPr>
          <p:cNvSpPr txBox="1"/>
          <p:nvPr/>
        </p:nvSpPr>
        <p:spPr>
          <a:xfrm>
            <a:off x="35679644" y="4307840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dirty="0"/>
          </a:p>
        </p:txBody>
      </p:sp>
      <p:sp>
        <p:nvSpPr>
          <p:cNvPr id="220" name="Google Shape;231;p12">
            <a:extLst>
              <a:ext uri="{FF2B5EF4-FFF2-40B4-BE49-F238E27FC236}">
                <a16:creationId xmlns:a16="http://schemas.microsoft.com/office/drawing/2014/main" id="{D1B6668A-DB38-0BBF-5247-82C2B500C6EC}"/>
              </a:ext>
            </a:extLst>
          </p:cNvPr>
          <p:cNvSpPr txBox="1"/>
          <p:nvPr/>
        </p:nvSpPr>
        <p:spPr>
          <a:xfrm>
            <a:off x="16335487" y="-12735384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221" name="Google Shape;235;p12">
            <a:extLst>
              <a:ext uri="{FF2B5EF4-FFF2-40B4-BE49-F238E27FC236}">
                <a16:creationId xmlns:a16="http://schemas.microsoft.com/office/drawing/2014/main" id="{B6EC3AC3-5FA4-15EE-D74C-BED45E79D6BE}"/>
              </a:ext>
            </a:extLst>
          </p:cNvPr>
          <p:cNvSpPr txBox="1"/>
          <p:nvPr/>
        </p:nvSpPr>
        <p:spPr>
          <a:xfrm>
            <a:off x="16133728" y="-10364754"/>
            <a:ext cx="379447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Process Analysis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22" name="Google Shape;236;p12">
            <a:extLst>
              <a:ext uri="{FF2B5EF4-FFF2-40B4-BE49-F238E27FC236}">
                <a16:creationId xmlns:a16="http://schemas.microsoft.com/office/drawing/2014/main" id="{62BCACF5-5716-4215-5545-BF6072695AAF}"/>
              </a:ext>
            </a:extLst>
          </p:cNvPr>
          <p:cNvSpPr txBox="1"/>
          <p:nvPr/>
        </p:nvSpPr>
        <p:spPr>
          <a:xfrm>
            <a:off x="0" y="-6520354"/>
            <a:ext cx="7010126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grpSp>
        <p:nvGrpSpPr>
          <p:cNvPr id="223" name="Google Shape;237;p12">
            <a:extLst>
              <a:ext uri="{FF2B5EF4-FFF2-40B4-BE49-F238E27FC236}">
                <a16:creationId xmlns:a16="http://schemas.microsoft.com/office/drawing/2014/main" id="{B75737D0-569C-368F-E4A6-757BE8A1C094}"/>
              </a:ext>
            </a:extLst>
          </p:cNvPr>
          <p:cNvGrpSpPr/>
          <p:nvPr/>
        </p:nvGrpSpPr>
        <p:grpSpPr>
          <a:xfrm rot="2700000">
            <a:off x="47633806" y="9267362"/>
            <a:ext cx="2741636" cy="2922462"/>
            <a:chOff x="0" y="-47625"/>
            <a:chExt cx="722077" cy="769702"/>
          </a:xfrm>
        </p:grpSpPr>
        <p:sp>
          <p:nvSpPr>
            <p:cNvPr id="224" name="Google Shape;238;p12">
              <a:extLst>
                <a:ext uri="{FF2B5EF4-FFF2-40B4-BE49-F238E27FC236}">
                  <a16:creationId xmlns:a16="http://schemas.microsoft.com/office/drawing/2014/main" id="{F800937D-5BA7-B35C-5E3A-299A4926D3E7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25" name="Google Shape;239;p12">
              <a:extLst>
                <a:ext uri="{FF2B5EF4-FFF2-40B4-BE49-F238E27FC236}">
                  <a16:creationId xmlns:a16="http://schemas.microsoft.com/office/drawing/2014/main" id="{5854FDE6-CC23-1989-9D54-5B4D4A0B81AE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40;p12">
            <a:extLst>
              <a:ext uri="{FF2B5EF4-FFF2-40B4-BE49-F238E27FC236}">
                <a16:creationId xmlns:a16="http://schemas.microsoft.com/office/drawing/2014/main" id="{B6CF7333-45F2-9D69-1046-BC483DC28423}"/>
              </a:ext>
            </a:extLst>
          </p:cNvPr>
          <p:cNvGrpSpPr/>
          <p:nvPr/>
        </p:nvGrpSpPr>
        <p:grpSpPr>
          <a:xfrm rot="2700000">
            <a:off x="53311041" y="-424947"/>
            <a:ext cx="5498471" cy="5679297"/>
            <a:chOff x="0" y="-47625"/>
            <a:chExt cx="1448157" cy="1495782"/>
          </a:xfrm>
        </p:grpSpPr>
        <p:sp>
          <p:nvSpPr>
            <p:cNvPr id="227" name="Google Shape;241;p12">
              <a:extLst>
                <a:ext uri="{FF2B5EF4-FFF2-40B4-BE49-F238E27FC236}">
                  <a16:creationId xmlns:a16="http://schemas.microsoft.com/office/drawing/2014/main" id="{44C68406-DB17-0F75-3C52-B0E2395FE529}"/>
                </a:ext>
              </a:extLst>
            </p:cNvPr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28" name="Google Shape;242;p12">
              <a:extLst>
                <a:ext uri="{FF2B5EF4-FFF2-40B4-BE49-F238E27FC236}">
                  <a16:creationId xmlns:a16="http://schemas.microsoft.com/office/drawing/2014/main" id="{2FB5FED9-8D42-F094-E9AE-13BC56F55B66}"/>
                </a:ext>
              </a:extLst>
            </p:cNvPr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9" name="Picture 228">
            <a:extLst>
              <a:ext uri="{FF2B5EF4-FFF2-40B4-BE49-F238E27FC236}">
                <a16:creationId xmlns:a16="http://schemas.microsoft.com/office/drawing/2014/main" id="{4558E096-242F-019D-2330-57939C3C2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98670" y="201889"/>
            <a:ext cx="999461" cy="999461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AD6A90F7-5694-7240-DA5B-F2BEC27C908F}"/>
              </a:ext>
            </a:extLst>
          </p:cNvPr>
          <p:cNvSpPr txBox="1"/>
          <p:nvPr/>
        </p:nvSpPr>
        <p:spPr>
          <a:xfrm>
            <a:off x="-15229354" y="6724504"/>
            <a:ext cx="40062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Organizational </a:t>
            </a:r>
          </a:p>
          <a:p>
            <a:r>
              <a:rPr lang="en-US" sz="3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Overview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2"/>
          <p:cNvGrpSpPr/>
          <p:nvPr/>
        </p:nvGrpSpPr>
        <p:grpSpPr>
          <a:xfrm rot="-2981227">
            <a:off x="20338912" y="-10915857"/>
            <a:ext cx="10685669" cy="34175000"/>
            <a:chOff x="0" y="-47625"/>
            <a:chExt cx="2814333" cy="9000823"/>
          </a:xfrm>
        </p:grpSpPr>
        <p:sp>
          <p:nvSpPr>
            <p:cNvPr id="207" name="Google Shape;207;p12"/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08" name="Google Shape;208;p12"/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2"/>
          <p:cNvGrpSpPr/>
          <p:nvPr/>
        </p:nvGrpSpPr>
        <p:grpSpPr>
          <a:xfrm rot="-2981227">
            <a:off x="-616890" y="2232335"/>
            <a:ext cx="10685669" cy="34175000"/>
            <a:chOff x="0" y="-47625"/>
            <a:chExt cx="2814333" cy="9000823"/>
          </a:xfrm>
        </p:grpSpPr>
        <p:sp>
          <p:nvSpPr>
            <p:cNvPr id="210" name="Google Shape;210;p12"/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11" name="Google Shape;211;p12"/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2"/>
          <p:cNvGrpSpPr/>
          <p:nvPr/>
        </p:nvGrpSpPr>
        <p:grpSpPr>
          <a:xfrm rot="2700000">
            <a:off x="9592811" y="-1577860"/>
            <a:ext cx="2847030" cy="3027856"/>
            <a:chOff x="0" y="-47625"/>
            <a:chExt cx="749835" cy="797460"/>
          </a:xfrm>
        </p:grpSpPr>
        <p:sp>
          <p:nvSpPr>
            <p:cNvPr id="213" name="Google Shape;213;p12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4" name="Google Shape;214;p12"/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2"/>
          <p:cNvGrpSpPr/>
          <p:nvPr/>
        </p:nvGrpSpPr>
        <p:grpSpPr>
          <a:xfrm rot="2700000">
            <a:off x="14142293" y="8771971"/>
            <a:ext cx="2847030" cy="3027856"/>
            <a:chOff x="0" y="-47625"/>
            <a:chExt cx="749835" cy="797460"/>
          </a:xfrm>
        </p:grpSpPr>
        <p:sp>
          <p:nvSpPr>
            <p:cNvPr id="216" name="Google Shape;216;p12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7" name="Google Shape;217;p12"/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2"/>
          <p:cNvGrpSpPr/>
          <p:nvPr/>
        </p:nvGrpSpPr>
        <p:grpSpPr>
          <a:xfrm>
            <a:off x="787475" y="3746392"/>
            <a:ext cx="1753131" cy="1933957"/>
            <a:chOff x="0" y="-47625"/>
            <a:chExt cx="461730" cy="509355"/>
          </a:xfrm>
        </p:grpSpPr>
        <p:sp>
          <p:nvSpPr>
            <p:cNvPr id="219" name="Google Shape;219;p12"/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0" name="Google Shape;220;p12"/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2"/>
          <p:cNvGrpSpPr/>
          <p:nvPr/>
        </p:nvGrpSpPr>
        <p:grpSpPr>
          <a:xfrm>
            <a:off x="5680549" y="3758934"/>
            <a:ext cx="1753131" cy="1933957"/>
            <a:chOff x="0" y="-47625"/>
            <a:chExt cx="461730" cy="509355"/>
          </a:xfrm>
        </p:grpSpPr>
        <p:sp>
          <p:nvSpPr>
            <p:cNvPr id="222" name="Google Shape;222;p12"/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3" name="Google Shape;223;p12"/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2"/>
          <p:cNvGrpSpPr/>
          <p:nvPr/>
        </p:nvGrpSpPr>
        <p:grpSpPr>
          <a:xfrm>
            <a:off x="11445013" y="3746392"/>
            <a:ext cx="1753131" cy="1933957"/>
            <a:chOff x="0" y="-47625"/>
            <a:chExt cx="461730" cy="509355"/>
          </a:xfrm>
        </p:grpSpPr>
        <p:sp>
          <p:nvSpPr>
            <p:cNvPr id="225" name="Google Shape;225;p12"/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6" name="Google Shape;226;p12"/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2"/>
          <p:cNvSpPr txBox="1"/>
          <p:nvPr/>
        </p:nvSpPr>
        <p:spPr>
          <a:xfrm>
            <a:off x="5354925" y="6659870"/>
            <a:ext cx="4885352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Key Business Processes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989234" y="4307840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5834925" y="4307840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dirty="0"/>
          </a:p>
        </p:txBody>
      </p:sp>
      <p:sp>
        <p:nvSpPr>
          <p:cNvPr id="231" name="Google Shape;231;p12"/>
          <p:cNvSpPr txBox="1"/>
          <p:nvPr/>
        </p:nvSpPr>
        <p:spPr>
          <a:xfrm>
            <a:off x="11646772" y="4307840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11445013" y="6678470"/>
            <a:ext cx="379447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Process Analysis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787475" y="1921421"/>
            <a:ext cx="7010126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grpSp>
        <p:nvGrpSpPr>
          <p:cNvPr id="237" name="Google Shape;237;p12"/>
          <p:cNvGrpSpPr/>
          <p:nvPr/>
        </p:nvGrpSpPr>
        <p:grpSpPr>
          <a:xfrm rot="2700000">
            <a:off x="12571711" y="9267362"/>
            <a:ext cx="2741636" cy="2922462"/>
            <a:chOff x="0" y="-47625"/>
            <a:chExt cx="722077" cy="769702"/>
          </a:xfrm>
        </p:grpSpPr>
        <p:sp>
          <p:nvSpPr>
            <p:cNvPr id="238" name="Google Shape;238;p12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39" name="Google Shape;239;p12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2"/>
          <p:cNvGrpSpPr/>
          <p:nvPr/>
        </p:nvGrpSpPr>
        <p:grpSpPr>
          <a:xfrm rot="2700000">
            <a:off x="18248946" y="-424947"/>
            <a:ext cx="5498471" cy="5679297"/>
            <a:chOff x="0" y="-47625"/>
            <a:chExt cx="1448157" cy="1495782"/>
          </a:xfrm>
        </p:grpSpPr>
        <p:sp>
          <p:nvSpPr>
            <p:cNvPr id="241" name="Google Shape;241;p12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2" name="Google Shape;242;p12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6F2F82-D2B6-0EF3-7B6E-563A4D7C8438}"/>
              </a:ext>
            </a:extLst>
          </p:cNvPr>
          <p:cNvSpPr txBox="1"/>
          <p:nvPr/>
        </p:nvSpPr>
        <p:spPr>
          <a:xfrm>
            <a:off x="62519" y="6724504"/>
            <a:ext cx="40062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Organizational </a:t>
            </a:r>
          </a:p>
          <a:p>
            <a:r>
              <a:rPr lang="en-US" sz="3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Overview</a:t>
            </a:r>
          </a:p>
        </p:txBody>
      </p:sp>
      <p:pic>
        <p:nvPicPr>
          <p:cNvPr id="4" name="Google Shape;169;p11">
            <a:extLst>
              <a:ext uri="{FF2B5EF4-FFF2-40B4-BE49-F238E27FC236}">
                <a16:creationId xmlns:a16="http://schemas.microsoft.com/office/drawing/2014/main" id="{411D7A02-15A7-D663-834E-9324A8BE635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-27840143" y="-1807313"/>
            <a:ext cx="16313590" cy="10583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79;p11">
            <a:extLst>
              <a:ext uri="{FF2B5EF4-FFF2-40B4-BE49-F238E27FC236}">
                <a16:creationId xmlns:a16="http://schemas.microsoft.com/office/drawing/2014/main" id="{6C8FD919-BCA1-7CA5-9B7D-96D2F4AAEF02}"/>
              </a:ext>
            </a:extLst>
          </p:cNvPr>
          <p:cNvGrpSpPr/>
          <p:nvPr/>
        </p:nvGrpSpPr>
        <p:grpSpPr>
          <a:xfrm rot="2700000">
            <a:off x="-37157571" y="-411715"/>
            <a:ext cx="5498471" cy="5679297"/>
            <a:chOff x="0" y="-47625"/>
            <a:chExt cx="1448157" cy="1495782"/>
          </a:xfrm>
        </p:grpSpPr>
        <p:sp>
          <p:nvSpPr>
            <p:cNvPr id="6" name="Google Shape;180;p11">
              <a:extLst>
                <a:ext uri="{FF2B5EF4-FFF2-40B4-BE49-F238E27FC236}">
                  <a16:creationId xmlns:a16="http://schemas.microsoft.com/office/drawing/2014/main" id="{9AD41C80-2F19-8268-AA4E-AABF486F5865}"/>
                </a:ext>
              </a:extLst>
            </p:cNvPr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" name="Google Shape;181;p11">
              <a:extLst>
                <a:ext uri="{FF2B5EF4-FFF2-40B4-BE49-F238E27FC236}">
                  <a16:creationId xmlns:a16="http://schemas.microsoft.com/office/drawing/2014/main" id="{0A61C0D0-54FB-0293-994B-90C9F4A4651C}"/>
                </a:ext>
              </a:extLst>
            </p:cNvPr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182;p11">
            <a:extLst>
              <a:ext uri="{FF2B5EF4-FFF2-40B4-BE49-F238E27FC236}">
                <a16:creationId xmlns:a16="http://schemas.microsoft.com/office/drawing/2014/main" id="{69690AB3-51C8-7A09-6C72-197EEC92ACC8}"/>
              </a:ext>
            </a:extLst>
          </p:cNvPr>
          <p:cNvGrpSpPr/>
          <p:nvPr/>
        </p:nvGrpSpPr>
        <p:grpSpPr>
          <a:xfrm rot="2700000">
            <a:off x="-18881553" y="-1897715"/>
            <a:ext cx="2296458" cy="2477284"/>
            <a:chOff x="0" y="-47625"/>
            <a:chExt cx="604828" cy="652453"/>
          </a:xfrm>
        </p:grpSpPr>
        <p:sp>
          <p:nvSpPr>
            <p:cNvPr id="9" name="Google Shape;183;p11">
              <a:extLst>
                <a:ext uri="{FF2B5EF4-FFF2-40B4-BE49-F238E27FC236}">
                  <a16:creationId xmlns:a16="http://schemas.microsoft.com/office/drawing/2014/main" id="{1C8A2D3D-CC19-8D5B-4B53-D8B605B19D47}"/>
                </a:ext>
              </a:extLst>
            </p:cNvPr>
            <p:cNvSpPr/>
            <p:nvPr/>
          </p:nvSpPr>
          <p:spPr>
            <a:xfrm>
              <a:off x="0" y="0"/>
              <a:ext cx="604828" cy="604828"/>
            </a:xfrm>
            <a:custGeom>
              <a:avLst/>
              <a:gdLst/>
              <a:ahLst/>
              <a:cxnLst/>
              <a:rect l="l" t="t" r="r" b="b"/>
              <a:pathLst>
                <a:path w="604828" h="604828" extrusionOk="0">
                  <a:moveTo>
                    <a:pt x="0" y="0"/>
                  </a:moveTo>
                  <a:lnTo>
                    <a:pt x="604828" y="0"/>
                  </a:lnTo>
                  <a:lnTo>
                    <a:pt x="604828" y="604828"/>
                  </a:lnTo>
                  <a:lnTo>
                    <a:pt x="0" y="604828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" name="Google Shape;184;p11">
              <a:extLst>
                <a:ext uri="{FF2B5EF4-FFF2-40B4-BE49-F238E27FC236}">
                  <a16:creationId xmlns:a16="http://schemas.microsoft.com/office/drawing/2014/main" id="{CCE7BB77-7944-F0A7-699C-8D823F15E798}"/>
                </a:ext>
              </a:extLst>
            </p:cNvPr>
            <p:cNvSpPr txBox="1"/>
            <p:nvPr/>
          </p:nvSpPr>
          <p:spPr>
            <a:xfrm>
              <a:off x="0" y="-47625"/>
              <a:ext cx="604828" cy="65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188;p11">
            <a:extLst>
              <a:ext uri="{FF2B5EF4-FFF2-40B4-BE49-F238E27FC236}">
                <a16:creationId xmlns:a16="http://schemas.microsoft.com/office/drawing/2014/main" id="{91B620B2-7513-8D28-101A-CC551581140C}"/>
              </a:ext>
            </a:extLst>
          </p:cNvPr>
          <p:cNvSpPr txBox="1"/>
          <p:nvPr/>
        </p:nvSpPr>
        <p:spPr>
          <a:xfrm>
            <a:off x="-30295902" y="2928020"/>
            <a:ext cx="7124431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Business Intelligence and Management Integration in Apple Inc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2" name="Google Shape;195;p11">
            <a:extLst>
              <a:ext uri="{FF2B5EF4-FFF2-40B4-BE49-F238E27FC236}">
                <a16:creationId xmlns:a16="http://schemas.microsoft.com/office/drawing/2014/main" id="{6F8DD722-2B4B-DDAA-0CCE-BA51496BBA01}"/>
              </a:ext>
            </a:extLst>
          </p:cNvPr>
          <p:cNvSpPr txBox="1"/>
          <p:nvPr/>
        </p:nvSpPr>
        <p:spPr>
          <a:xfrm>
            <a:off x="-30825486" y="7301539"/>
            <a:ext cx="5614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5413C-8C45-7AE1-162A-E440D65BC87F}"/>
              </a:ext>
            </a:extLst>
          </p:cNvPr>
          <p:cNvSpPr txBox="1"/>
          <p:nvPr/>
        </p:nvSpPr>
        <p:spPr>
          <a:xfrm>
            <a:off x="-30186173" y="1227604"/>
            <a:ext cx="3313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Topic:</a:t>
            </a:r>
          </a:p>
        </p:txBody>
      </p:sp>
      <p:grpSp>
        <p:nvGrpSpPr>
          <p:cNvPr id="14" name="Google Shape;212;p12">
            <a:extLst>
              <a:ext uri="{FF2B5EF4-FFF2-40B4-BE49-F238E27FC236}">
                <a16:creationId xmlns:a16="http://schemas.microsoft.com/office/drawing/2014/main" id="{9FC157CD-7CA1-64A6-5E55-3AC17C82A640}"/>
              </a:ext>
            </a:extLst>
          </p:cNvPr>
          <p:cNvGrpSpPr/>
          <p:nvPr/>
        </p:nvGrpSpPr>
        <p:grpSpPr>
          <a:xfrm rot="2700000">
            <a:off x="44622505" y="-4702868"/>
            <a:ext cx="2847030" cy="3027856"/>
            <a:chOff x="0" y="-47625"/>
            <a:chExt cx="749835" cy="797460"/>
          </a:xfrm>
        </p:grpSpPr>
        <p:sp>
          <p:nvSpPr>
            <p:cNvPr id="15" name="Google Shape;213;p12">
              <a:extLst>
                <a:ext uri="{FF2B5EF4-FFF2-40B4-BE49-F238E27FC236}">
                  <a16:creationId xmlns:a16="http://schemas.microsoft.com/office/drawing/2014/main" id="{C4017B98-D89C-66DE-09D2-CBBD4152BCD1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214;p12">
              <a:extLst>
                <a:ext uri="{FF2B5EF4-FFF2-40B4-BE49-F238E27FC236}">
                  <a16:creationId xmlns:a16="http://schemas.microsoft.com/office/drawing/2014/main" id="{3F2C964E-E1D7-0A98-1D6E-D3E9EF0C810C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215;p12">
            <a:extLst>
              <a:ext uri="{FF2B5EF4-FFF2-40B4-BE49-F238E27FC236}">
                <a16:creationId xmlns:a16="http://schemas.microsoft.com/office/drawing/2014/main" id="{0BEC2483-D333-18CF-4B52-FC0960435B38}"/>
              </a:ext>
            </a:extLst>
          </p:cNvPr>
          <p:cNvGrpSpPr/>
          <p:nvPr/>
        </p:nvGrpSpPr>
        <p:grpSpPr>
          <a:xfrm rot="2700000">
            <a:off x="49171987" y="5646963"/>
            <a:ext cx="2847030" cy="3027856"/>
            <a:chOff x="0" y="-47625"/>
            <a:chExt cx="749835" cy="797460"/>
          </a:xfrm>
        </p:grpSpPr>
        <p:sp>
          <p:nvSpPr>
            <p:cNvPr id="18" name="Google Shape;216;p12">
              <a:extLst>
                <a:ext uri="{FF2B5EF4-FFF2-40B4-BE49-F238E27FC236}">
                  <a16:creationId xmlns:a16="http://schemas.microsoft.com/office/drawing/2014/main" id="{28F09CFA-E751-F87D-5287-398D136FAE73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9" name="Google Shape;217;p12">
              <a:extLst>
                <a:ext uri="{FF2B5EF4-FFF2-40B4-BE49-F238E27FC236}">
                  <a16:creationId xmlns:a16="http://schemas.microsoft.com/office/drawing/2014/main" id="{65B96F3A-1B08-0A43-C712-73D82C3BFF36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18;p12">
            <a:extLst>
              <a:ext uri="{FF2B5EF4-FFF2-40B4-BE49-F238E27FC236}">
                <a16:creationId xmlns:a16="http://schemas.microsoft.com/office/drawing/2014/main" id="{BFB234E4-3B52-033C-DDCA-A3CED98C7BCF}"/>
              </a:ext>
            </a:extLst>
          </p:cNvPr>
          <p:cNvGrpSpPr/>
          <p:nvPr/>
        </p:nvGrpSpPr>
        <p:grpSpPr>
          <a:xfrm>
            <a:off x="528349" y="-5974650"/>
            <a:ext cx="1753131" cy="1933957"/>
            <a:chOff x="0" y="-47625"/>
            <a:chExt cx="461730" cy="509355"/>
          </a:xfrm>
        </p:grpSpPr>
        <p:sp>
          <p:nvSpPr>
            <p:cNvPr id="21" name="Google Shape;219;p12">
              <a:extLst>
                <a:ext uri="{FF2B5EF4-FFF2-40B4-BE49-F238E27FC236}">
                  <a16:creationId xmlns:a16="http://schemas.microsoft.com/office/drawing/2014/main" id="{51575773-6943-E360-22DF-941A7255D799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" name="Google Shape;220;p12">
              <a:extLst>
                <a:ext uri="{FF2B5EF4-FFF2-40B4-BE49-F238E27FC236}">
                  <a16:creationId xmlns:a16="http://schemas.microsoft.com/office/drawing/2014/main" id="{80FA7D9A-675D-54BA-E3FE-AA566FDBF0A4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21;p12">
            <a:extLst>
              <a:ext uri="{FF2B5EF4-FFF2-40B4-BE49-F238E27FC236}">
                <a16:creationId xmlns:a16="http://schemas.microsoft.com/office/drawing/2014/main" id="{84C010EA-10B5-172F-328B-AEC6A6808431}"/>
              </a:ext>
            </a:extLst>
          </p:cNvPr>
          <p:cNvGrpSpPr/>
          <p:nvPr/>
        </p:nvGrpSpPr>
        <p:grpSpPr>
          <a:xfrm>
            <a:off x="8102312" y="12389971"/>
            <a:ext cx="1753131" cy="1933957"/>
            <a:chOff x="0" y="-47625"/>
            <a:chExt cx="461730" cy="509355"/>
          </a:xfrm>
        </p:grpSpPr>
        <p:sp>
          <p:nvSpPr>
            <p:cNvPr id="24" name="Google Shape;222;p12">
              <a:extLst>
                <a:ext uri="{FF2B5EF4-FFF2-40B4-BE49-F238E27FC236}">
                  <a16:creationId xmlns:a16="http://schemas.microsoft.com/office/drawing/2014/main" id="{F7730C70-E9CD-F319-D67F-F2432F967E79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5" name="Google Shape;223;p12">
              <a:extLst>
                <a:ext uri="{FF2B5EF4-FFF2-40B4-BE49-F238E27FC236}">
                  <a16:creationId xmlns:a16="http://schemas.microsoft.com/office/drawing/2014/main" id="{74111E0A-F44C-E432-C08F-A255533647AA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24;p12">
            <a:extLst>
              <a:ext uri="{FF2B5EF4-FFF2-40B4-BE49-F238E27FC236}">
                <a16:creationId xmlns:a16="http://schemas.microsoft.com/office/drawing/2014/main" id="{7A6A6775-062C-2CAA-D4A4-1422A49C26AB}"/>
              </a:ext>
            </a:extLst>
          </p:cNvPr>
          <p:cNvGrpSpPr/>
          <p:nvPr/>
        </p:nvGrpSpPr>
        <p:grpSpPr>
          <a:xfrm>
            <a:off x="36933904" y="2199168"/>
            <a:ext cx="1753131" cy="1933957"/>
            <a:chOff x="0" y="-47625"/>
            <a:chExt cx="461730" cy="509355"/>
          </a:xfrm>
        </p:grpSpPr>
        <p:sp>
          <p:nvSpPr>
            <p:cNvPr id="27" name="Google Shape;225;p12">
              <a:extLst>
                <a:ext uri="{FF2B5EF4-FFF2-40B4-BE49-F238E27FC236}">
                  <a16:creationId xmlns:a16="http://schemas.microsoft.com/office/drawing/2014/main" id="{90FA1A78-93A4-4144-0B77-DB15DF60FA66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8" name="Google Shape;226;p12">
              <a:extLst>
                <a:ext uri="{FF2B5EF4-FFF2-40B4-BE49-F238E27FC236}">
                  <a16:creationId xmlns:a16="http://schemas.microsoft.com/office/drawing/2014/main" id="{73C6C133-CE15-988B-EFF6-A0082CCAECF6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229;p12">
            <a:extLst>
              <a:ext uri="{FF2B5EF4-FFF2-40B4-BE49-F238E27FC236}">
                <a16:creationId xmlns:a16="http://schemas.microsoft.com/office/drawing/2014/main" id="{D3BCDD2D-2E20-41D7-8BFE-183119D82057}"/>
              </a:ext>
            </a:extLst>
          </p:cNvPr>
          <p:cNvSpPr txBox="1"/>
          <p:nvPr/>
        </p:nvSpPr>
        <p:spPr>
          <a:xfrm>
            <a:off x="730108" y="-5413202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dirty="0"/>
          </a:p>
        </p:txBody>
      </p:sp>
      <p:sp>
        <p:nvSpPr>
          <p:cNvPr id="30" name="Google Shape;230;p12">
            <a:extLst>
              <a:ext uri="{FF2B5EF4-FFF2-40B4-BE49-F238E27FC236}">
                <a16:creationId xmlns:a16="http://schemas.microsoft.com/office/drawing/2014/main" id="{93FA1C61-037F-1C47-588A-70F9D87A9FF5}"/>
              </a:ext>
            </a:extLst>
          </p:cNvPr>
          <p:cNvSpPr txBox="1"/>
          <p:nvPr/>
        </p:nvSpPr>
        <p:spPr>
          <a:xfrm>
            <a:off x="8256688" y="12938877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dirty="0"/>
          </a:p>
        </p:txBody>
      </p:sp>
      <p:sp>
        <p:nvSpPr>
          <p:cNvPr id="31" name="Google Shape;231;p12">
            <a:extLst>
              <a:ext uri="{FF2B5EF4-FFF2-40B4-BE49-F238E27FC236}">
                <a16:creationId xmlns:a16="http://schemas.microsoft.com/office/drawing/2014/main" id="{A1FD153D-3457-A4F0-9CBC-28F1097C8C78}"/>
              </a:ext>
            </a:extLst>
          </p:cNvPr>
          <p:cNvSpPr txBox="1"/>
          <p:nvPr/>
        </p:nvSpPr>
        <p:spPr>
          <a:xfrm>
            <a:off x="37135663" y="2760616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</a:t>
            </a:r>
            <a:endParaRPr dirty="0"/>
          </a:p>
        </p:txBody>
      </p:sp>
      <p:sp>
        <p:nvSpPr>
          <p:cNvPr id="32" name="Google Shape;235;p12">
            <a:extLst>
              <a:ext uri="{FF2B5EF4-FFF2-40B4-BE49-F238E27FC236}">
                <a16:creationId xmlns:a16="http://schemas.microsoft.com/office/drawing/2014/main" id="{5E2C55A7-470C-1A50-652C-FB290B9E38E2}"/>
              </a:ext>
            </a:extLst>
          </p:cNvPr>
          <p:cNvSpPr txBox="1"/>
          <p:nvPr/>
        </p:nvSpPr>
        <p:spPr>
          <a:xfrm>
            <a:off x="36441285" y="4539615"/>
            <a:ext cx="3794478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Integration of Technical and Management Skills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33" name="Google Shape;236;p12">
            <a:extLst>
              <a:ext uri="{FF2B5EF4-FFF2-40B4-BE49-F238E27FC236}">
                <a16:creationId xmlns:a16="http://schemas.microsoft.com/office/drawing/2014/main" id="{FF5E72AE-2A45-E72B-C6CE-57B3A9AD894D}"/>
              </a:ext>
            </a:extLst>
          </p:cNvPr>
          <p:cNvSpPr txBox="1"/>
          <p:nvPr/>
        </p:nvSpPr>
        <p:spPr>
          <a:xfrm>
            <a:off x="528349" y="-7799621"/>
            <a:ext cx="7010126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grpSp>
        <p:nvGrpSpPr>
          <p:cNvPr id="34" name="Google Shape;237;p12">
            <a:extLst>
              <a:ext uri="{FF2B5EF4-FFF2-40B4-BE49-F238E27FC236}">
                <a16:creationId xmlns:a16="http://schemas.microsoft.com/office/drawing/2014/main" id="{5AB2C1FE-40CF-1321-A6DD-B0635A9C5DA6}"/>
              </a:ext>
            </a:extLst>
          </p:cNvPr>
          <p:cNvGrpSpPr/>
          <p:nvPr/>
        </p:nvGrpSpPr>
        <p:grpSpPr>
          <a:xfrm rot="2700000">
            <a:off x="47601405" y="6142354"/>
            <a:ext cx="2741636" cy="2922462"/>
            <a:chOff x="0" y="-47625"/>
            <a:chExt cx="722077" cy="769702"/>
          </a:xfrm>
        </p:grpSpPr>
        <p:sp>
          <p:nvSpPr>
            <p:cNvPr id="35" name="Google Shape;238;p12">
              <a:extLst>
                <a:ext uri="{FF2B5EF4-FFF2-40B4-BE49-F238E27FC236}">
                  <a16:creationId xmlns:a16="http://schemas.microsoft.com/office/drawing/2014/main" id="{25ABB03E-C71B-D3DC-8F5E-4A545539108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6" name="Google Shape;239;p12">
              <a:extLst>
                <a:ext uri="{FF2B5EF4-FFF2-40B4-BE49-F238E27FC236}">
                  <a16:creationId xmlns:a16="http://schemas.microsoft.com/office/drawing/2014/main" id="{99C17376-0AF6-4D4B-A459-BFD9D893AA4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240;p12">
            <a:extLst>
              <a:ext uri="{FF2B5EF4-FFF2-40B4-BE49-F238E27FC236}">
                <a16:creationId xmlns:a16="http://schemas.microsoft.com/office/drawing/2014/main" id="{04083806-A7AB-DD08-5760-073FC435D9FE}"/>
              </a:ext>
            </a:extLst>
          </p:cNvPr>
          <p:cNvGrpSpPr/>
          <p:nvPr/>
        </p:nvGrpSpPr>
        <p:grpSpPr>
          <a:xfrm rot="2700000">
            <a:off x="53278640" y="-3549955"/>
            <a:ext cx="5498471" cy="5679297"/>
            <a:chOff x="0" y="-47625"/>
            <a:chExt cx="1448157" cy="1495782"/>
          </a:xfrm>
        </p:grpSpPr>
        <p:sp>
          <p:nvSpPr>
            <p:cNvPr id="38" name="Google Shape;241;p12">
              <a:extLst>
                <a:ext uri="{FF2B5EF4-FFF2-40B4-BE49-F238E27FC236}">
                  <a16:creationId xmlns:a16="http://schemas.microsoft.com/office/drawing/2014/main" id="{21DF05D9-18EA-6549-45DF-8457B6F2FE84}"/>
                </a:ext>
              </a:extLst>
            </p:cNvPr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9" name="Google Shape;242;p12">
              <a:extLst>
                <a:ext uri="{FF2B5EF4-FFF2-40B4-BE49-F238E27FC236}">
                  <a16:creationId xmlns:a16="http://schemas.microsoft.com/office/drawing/2014/main" id="{59ED7286-287D-0F16-453F-3FD8CF47FFA9}"/>
                </a:ext>
              </a:extLst>
            </p:cNvPr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F30BE051-9128-F17A-EDF0-8801EB47D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77" y="-9519153"/>
            <a:ext cx="999461" cy="99946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C54F3F9-D0C2-3030-C31B-C2FCAB4C6952}"/>
              </a:ext>
            </a:extLst>
          </p:cNvPr>
          <p:cNvSpPr txBox="1"/>
          <p:nvPr/>
        </p:nvSpPr>
        <p:spPr>
          <a:xfrm>
            <a:off x="291645" y="-3778007"/>
            <a:ext cx="49954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Business Intelligence </a:t>
            </a:r>
          </a:p>
          <a:p>
            <a:r>
              <a:rPr lang="en-US" sz="3600" b="1" dirty="0">
                <a:latin typeface="Arial Black" panose="020B0A04020102020204" pitchFamily="34" charset="0"/>
              </a:rPr>
              <a:t>Tools and Emerging </a:t>
            </a:r>
          </a:p>
          <a:p>
            <a:r>
              <a:rPr lang="en-US" sz="3600" b="1" dirty="0">
                <a:latin typeface="Arial Black" panose="020B0A04020102020204" pitchFamily="34" charset="0"/>
              </a:rPr>
              <a:t>Technologies</a:t>
            </a:r>
            <a:endParaRPr lang="en-US" sz="36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1811EC-498F-B3B7-7AEA-16A518143576}"/>
              </a:ext>
            </a:extLst>
          </p:cNvPr>
          <p:cNvSpPr txBox="1"/>
          <p:nvPr/>
        </p:nvSpPr>
        <p:spPr>
          <a:xfrm>
            <a:off x="7611887" y="14802680"/>
            <a:ext cx="38772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Management Concepts Application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2F994F8E-D38E-425F-EAE8-536013721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2">
            <a:extLst>
              <a:ext uri="{FF2B5EF4-FFF2-40B4-BE49-F238E27FC236}">
                <a16:creationId xmlns:a16="http://schemas.microsoft.com/office/drawing/2014/main" id="{D5970DCF-5EB1-5F1F-B999-02E9B80ECD4A}"/>
              </a:ext>
            </a:extLst>
          </p:cNvPr>
          <p:cNvGrpSpPr/>
          <p:nvPr/>
        </p:nvGrpSpPr>
        <p:grpSpPr>
          <a:xfrm rot="-2981227">
            <a:off x="20338912" y="-10915857"/>
            <a:ext cx="10685669" cy="34175000"/>
            <a:chOff x="0" y="-47625"/>
            <a:chExt cx="2814333" cy="9000823"/>
          </a:xfrm>
        </p:grpSpPr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AC84F2C8-CA1A-09C3-5576-B01711A37520}"/>
                </a:ext>
              </a:extLst>
            </p:cNvPr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8995A313-3221-3CED-89D9-FFE9DF3A22EA}"/>
                </a:ext>
              </a:extLst>
            </p:cNvPr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2">
            <a:extLst>
              <a:ext uri="{FF2B5EF4-FFF2-40B4-BE49-F238E27FC236}">
                <a16:creationId xmlns:a16="http://schemas.microsoft.com/office/drawing/2014/main" id="{975F0421-41D8-BB02-9C52-47830157EF48}"/>
              </a:ext>
            </a:extLst>
          </p:cNvPr>
          <p:cNvGrpSpPr/>
          <p:nvPr/>
        </p:nvGrpSpPr>
        <p:grpSpPr>
          <a:xfrm rot="-2981227">
            <a:off x="-616890" y="2232335"/>
            <a:ext cx="10685669" cy="34175000"/>
            <a:chOff x="0" y="-47625"/>
            <a:chExt cx="2814333" cy="9000823"/>
          </a:xfrm>
        </p:grpSpPr>
        <p:sp>
          <p:nvSpPr>
            <p:cNvPr id="210" name="Google Shape;210;p12">
              <a:extLst>
                <a:ext uri="{FF2B5EF4-FFF2-40B4-BE49-F238E27FC236}">
                  <a16:creationId xmlns:a16="http://schemas.microsoft.com/office/drawing/2014/main" id="{158876DA-ABC8-CD3D-1C56-E4153DF43428}"/>
                </a:ext>
              </a:extLst>
            </p:cNvPr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11" name="Google Shape;211;p12">
              <a:extLst>
                <a:ext uri="{FF2B5EF4-FFF2-40B4-BE49-F238E27FC236}">
                  <a16:creationId xmlns:a16="http://schemas.microsoft.com/office/drawing/2014/main" id="{0F7F4600-3B52-CC40-B6C5-5F000886945C}"/>
                </a:ext>
              </a:extLst>
            </p:cNvPr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2">
            <a:extLst>
              <a:ext uri="{FF2B5EF4-FFF2-40B4-BE49-F238E27FC236}">
                <a16:creationId xmlns:a16="http://schemas.microsoft.com/office/drawing/2014/main" id="{FED0581E-6DBC-F96B-976A-2A2E5D961BED}"/>
              </a:ext>
            </a:extLst>
          </p:cNvPr>
          <p:cNvGrpSpPr/>
          <p:nvPr/>
        </p:nvGrpSpPr>
        <p:grpSpPr>
          <a:xfrm rot="2700000">
            <a:off x="9592811" y="-1577860"/>
            <a:ext cx="2847030" cy="3027856"/>
            <a:chOff x="0" y="-47625"/>
            <a:chExt cx="749835" cy="797460"/>
          </a:xfrm>
        </p:grpSpPr>
        <p:sp>
          <p:nvSpPr>
            <p:cNvPr id="213" name="Google Shape;213;p12">
              <a:extLst>
                <a:ext uri="{FF2B5EF4-FFF2-40B4-BE49-F238E27FC236}">
                  <a16:creationId xmlns:a16="http://schemas.microsoft.com/office/drawing/2014/main" id="{79598708-74D8-C893-6B81-EE470914E2F6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4" name="Google Shape;214;p12">
              <a:extLst>
                <a:ext uri="{FF2B5EF4-FFF2-40B4-BE49-F238E27FC236}">
                  <a16:creationId xmlns:a16="http://schemas.microsoft.com/office/drawing/2014/main" id="{445B7E47-AE73-B542-42B0-7CD4BC9BE6D8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2">
            <a:extLst>
              <a:ext uri="{FF2B5EF4-FFF2-40B4-BE49-F238E27FC236}">
                <a16:creationId xmlns:a16="http://schemas.microsoft.com/office/drawing/2014/main" id="{1804405D-A318-7A27-1B45-4FDCCCE84E34}"/>
              </a:ext>
            </a:extLst>
          </p:cNvPr>
          <p:cNvGrpSpPr/>
          <p:nvPr/>
        </p:nvGrpSpPr>
        <p:grpSpPr>
          <a:xfrm rot="2700000">
            <a:off x="14142293" y="8771971"/>
            <a:ext cx="2847030" cy="3027856"/>
            <a:chOff x="0" y="-47625"/>
            <a:chExt cx="749835" cy="797460"/>
          </a:xfrm>
        </p:grpSpPr>
        <p:sp>
          <p:nvSpPr>
            <p:cNvPr id="216" name="Google Shape;216;p12">
              <a:extLst>
                <a:ext uri="{FF2B5EF4-FFF2-40B4-BE49-F238E27FC236}">
                  <a16:creationId xmlns:a16="http://schemas.microsoft.com/office/drawing/2014/main" id="{A5A59987-35B4-C46F-F05E-0251F665AAF6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7" name="Google Shape;217;p12">
              <a:extLst>
                <a:ext uri="{FF2B5EF4-FFF2-40B4-BE49-F238E27FC236}">
                  <a16:creationId xmlns:a16="http://schemas.microsoft.com/office/drawing/2014/main" id="{C6405866-56C1-7F3F-9FC1-DF46850571C2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2">
            <a:extLst>
              <a:ext uri="{FF2B5EF4-FFF2-40B4-BE49-F238E27FC236}">
                <a16:creationId xmlns:a16="http://schemas.microsoft.com/office/drawing/2014/main" id="{5050CEB7-7B3C-FB5B-710B-F004ED6C03C8}"/>
              </a:ext>
            </a:extLst>
          </p:cNvPr>
          <p:cNvGrpSpPr/>
          <p:nvPr/>
        </p:nvGrpSpPr>
        <p:grpSpPr>
          <a:xfrm>
            <a:off x="787475" y="3746392"/>
            <a:ext cx="1753131" cy="1933957"/>
            <a:chOff x="0" y="-47625"/>
            <a:chExt cx="461730" cy="509355"/>
          </a:xfrm>
        </p:grpSpPr>
        <p:sp>
          <p:nvSpPr>
            <p:cNvPr id="219" name="Google Shape;219;p12">
              <a:extLst>
                <a:ext uri="{FF2B5EF4-FFF2-40B4-BE49-F238E27FC236}">
                  <a16:creationId xmlns:a16="http://schemas.microsoft.com/office/drawing/2014/main" id="{84FBC881-1B4B-63EE-FF51-A762FD796E8E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0" name="Google Shape;220;p12">
              <a:extLst>
                <a:ext uri="{FF2B5EF4-FFF2-40B4-BE49-F238E27FC236}">
                  <a16:creationId xmlns:a16="http://schemas.microsoft.com/office/drawing/2014/main" id="{FB87F50D-2460-CE1B-0C7C-8C83D4B34B47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2">
            <a:extLst>
              <a:ext uri="{FF2B5EF4-FFF2-40B4-BE49-F238E27FC236}">
                <a16:creationId xmlns:a16="http://schemas.microsoft.com/office/drawing/2014/main" id="{361CB953-DEC0-3BC9-903D-EABEABC1CCFC}"/>
              </a:ext>
            </a:extLst>
          </p:cNvPr>
          <p:cNvGrpSpPr/>
          <p:nvPr/>
        </p:nvGrpSpPr>
        <p:grpSpPr>
          <a:xfrm>
            <a:off x="5680549" y="3758934"/>
            <a:ext cx="1753131" cy="1933957"/>
            <a:chOff x="0" y="-47625"/>
            <a:chExt cx="461730" cy="509355"/>
          </a:xfrm>
        </p:grpSpPr>
        <p:sp>
          <p:nvSpPr>
            <p:cNvPr id="222" name="Google Shape;222;p12">
              <a:extLst>
                <a:ext uri="{FF2B5EF4-FFF2-40B4-BE49-F238E27FC236}">
                  <a16:creationId xmlns:a16="http://schemas.microsoft.com/office/drawing/2014/main" id="{E0D0241A-19BD-EB89-FEF5-13D6B8AF4EDF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3" name="Google Shape;223;p12">
              <a:extLst>
                <a:ext uri="{FF2B5EF4-FFF2-40B4-BE49-F238E27FC236}">
                  <a16:creationId xmlns:a16="http://schemas.microsoft.com/office/drawing/2014/main" id="{F8043D17-4648-B260-C7E2-5BF1B9862AC1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2">
            <a:extLst>
              <a:ext uri="{FF2B5EF4-FFF2-40B4-BE49-F238E27FC236}">
                <a16:creationId xmlns:a16="http://schemas.microsoft.com/office/drawing/2014/main" id="{AD2E62FD-2DBF-D01D-3125-4BA6817A79D6}"/>
              </a:ext>
            </a:extLst>
          </p:cNvPr>
          <p:cNvGrpSpPr/>
          <p:nvPr/>
        </p:nvGrpSpPr>
        <p:grpSpPr>
          <a:xfrm>
            <a:off x="11445013" y="3746392"/>
            <a:ext cx="1753131" cy="1933957"/>
            <a:chOff x="0" y="-47625"/>
            <a:chExt cx="461730" cy="509355"/>
          </a:xfrm>
        </p:grpSpPr>
        <p:sp>
          <p:nvSpPr>
            <p:cNvPr id="225" name="Google Shape;225;p12">
              <a:extLst>
                <a:ext uri="{FF2B5EF4-FFF2-40B4-BE49-F238E27FC236}">
                  <a16:creationId xmlns:a16="http://schemas.microsoft.com/office/drawing/2014/main" id="{69EA5FD0-3A05-D241-F47E-75E95F6564F8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6" name="Google Shape;226;p12">
              <a:extLst>
                <a:ext uri="{FF2B5EF4-FFF2-40B4-BE49-F238E27FC236}">
                  <a16:creationId xmlns:a16="http://schemas.microsoft.com/office/drawing/2014/main" id="{05B3B5F1-60C9-E6C5-2042-8D06CB8F0287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2">
            <a:extLst>
              <a:ext uri="{FF2B5EF4-FFF2-40B4-BE49-F238E27FC236}">
                <a16:creationId xmlns:a16="http://schemas.microsoft.com/office/drawing/2014/main" id="{3355F089-E5FE-0898-FC2E-452725AFF09A}"/>
              </a:ext>
            </a:extLst>
          </p:cNvPr>
          <p:cNvSpPr txBox="1"/>
          <p:nvPr/>
        </p:nvSpPr>
        <p:spPr>
          <a:xfrm>
            <a:off x="989234" y="430784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dirty="0"/>
          </a:p>
        </p:txBody>
      </p:sp>
      <p:sp>
        <p:nvSpPr>
          <p:cNvPr id="230" name="Google Shape;230;p12">
            <a:extLst>
              <a:ext uri="{FF2B5EF4-FFF2-40B4-BE49-F238E27FC236}">
                <a16:creationId xmlns:a16="http://schemas.microsoft.com/office/drawing/2014/main" id="{A48AB3C6-15AA-6115-02F0-9E49C4B85C7A}"/>
              </a:ext>
            </a:extLst>
          </p:cNvPr>
          <p:cNvSpPr txBox="1"/>
          <p:nvPr/>
        </p:nvSpPr>
        <p:spPr>
          <a:xfrm>
            <a:off x="5834925" y="430784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dirty="0"/>
          </a:p>
        </p:txBody>
      </p:sp>
      <p:sp>
        <p:nvSpPr>
          <p:cNvPr id="231" name="Google Shape;231;p12">
            <a:extLst>
              <a:ext uri="{FF2B5EF4-FFF2-40B4-BE49-F238E27FC236}">
                <a16:creationId xmlns:a16="http://schemas.microsoft.com/office/drawing/2014/main" id="{C4FEF0BD-58AF-CCB8-CC49-7D84C09A81A1}"/>
              </a:ext>
            </a:extLst>
          </p:cNvPr>
          <p:cNvSpPr txBox="1"/>
          <p:nvPr/>
        </p:nvSpPr>
        <p:spPr>
          <a:xfrm>
            <a:off x="11646772" y="430784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</a:t>
            </a:r>
            <a:endParaRPr dirty="0"/>
          </a:p>
        </p:txBody>
      </p:sp>
      <p:sp>
        <p:nvSpPr>
          <p:cNvPr id="235" name="Google Shape;235;p12">
            <a:extLst>
              <a:ext uri="{FF2B5EF4-FFF2-40B4-BE49-F238E27FC236}">
                <a16:creationId xmlns:a16="http://schemas.microsoft.com/office/drawing/2014/main" id="{7F87C56E-D572-A05D-62E2-F1C02CBB9B66}"/>
              </a:ext>
            </a:extLst>
          </p:cNvPr>
          <p:cNvSpPr txBox="1"/>
          <p:nvPr/>
        </p:nvSpPr>
        <p:spPr>
          <a:xfrm>
            <a:off x="10952394" y="6086839"/>
            <a:ext cx="3794478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Integration of Technical and Management Skills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36" name="Google Shape;236;p12">
            <a:extLst>
              <a:ext uri="{FF2B5EF4-FFF2-40B4-BE49-F238E27FC236}">
                <a16:creationId xmlns:a16="http://schemas.microsoft.com/office/drawing/2014/main" id="{F13427F7-1664-45D4-9E29-726BD9A1E6D6}"/>
              </a:ext>
            </a:extLst>
          </p:cNvPr>
          <p:cNvSpPr txBox="1"/>
          <p:nvPr/>
        </p:nvSpPr>
        <p:spPr>
          <a:xfrm>
            <a:off x="787475" y="1921421"/>
            <a:ext cx="7010126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grpSp>
        <p:nvGrpSpPr>
          <p:cNvPr id="237" name="Google Shape;237;p12">
            <a:extLst>
              <a:ext uri="{FF2B5EF4-FFF2-40B4-BE49-F238E27FC236}">
                <a16:creationId xmlns:a16="http://schemas.microsoft.com/office/drawing/2014/main" id="{91E367F2-5616-CEB2-ABB8-AB918D53FF53}"/>
              </a:ext>
            </a:extLst>
          </p:cNvPr>
          <p:cNvGrpSpPr/>
          <p:nvPr/>
        </p:nvGrpSpPr>
        <p:grpSpPr>
          <a:xfrm rot="2700000">
            <a:off x="12571711" y="9267362"/>
            <a:ext cx="2741636" cy="2922462"/>
            <a:chOff x="0" y="-47625"/>
            <a:chExt cx="722077" cy="769702"/>
          </a:xfrm>
        </p:grpSpPr>
        <p:sp>
          <p:nvSpPr>
            <p:cNvPr id="238" name="Google Shape;238;p12">
              <a:extLst>
                <a:ext uri="{FF2B5EF4-FFF2-40B4-BE49-F238E27FC236}">
                  <a16:creationId xmlns:a16="http://schemas.microsoft.com/office/drawing/2014/main" id="{0D0AFD7C-534B-A6B5-333D-16CDF386D8AC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39" name="Google Shape;239;p12">
              <a:extLst>
                <a:ext uri="{FF2B5EF4-FFF2-40B4-BE49-F238E27FC236}">
                  <a16:creationId xmlns:a16="http://schemas.microsoft.com/office/drawing/2014/main" id="{F7D2C6DF-881E-8BD4-1763-5837DEB7645E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2">
            <a:extLst>
              <a:ext uri="{FF2B5EF4-FFF2-40B4-BE49-F238E27FC236}">
                <a16:creationId xmlns:a16="http://schemas.microsoft.com/office/drawing/2014/main" id="{6B12B738-7E0C-05EA-EDC5-19D83BA63761}"/>
              </a:ext>
            </a:extLst>
          </p:cNvPr>
          <p:cNvGrpSpPr/>
          <p:nvPr/>
        </p:nvGrpSpPr>
        <p:grpSpPr>
          <a:xfrm rot="2700000">
            <a:off x="18248946" y="-424947"/>
            <a:ext cx="5498471" cy="5679297"/>
            <a:chOff x="0" y="-47625"/>
            <a:chExt cx="1448157" cy="1495782"/>
          </a:xfrm>
        </p:grpSpPr>
        <p:sp>
          <p:nvSpPr>
            <p:cNvPr id="241" name="Google Shape;241;p12">
              <a:extLst>
                <a:ext uri="{FF2B5EF4-FFF2-40B4-BE49-F238E27FC236}">
                  <a16:creationId xmlns:a16="http://schemas.microsoft.com/office/drawing/2014/main" id="{5D3A3CFF-74A6-8D91-74C6-DA15595E1EB3}"/>
                </a:ext>
              </a:extLst>
            </p:cNvPr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2" name="Google Shape;242;p12">
              <a:extLst>
                <a:ext uri="{FF2B5EF4-FFF2-40B4-BE49-F238E27FC236}">
                  <a16:creationId xmlns:a16="http://schemas.microsoft.com/office/drawing/2014/main" id="{AF93A8E2-FA70-BDD7-DD18-4DAC60FE17EB}"/>
                </a:ext>
              </a:extLst>
            </p:cNvPr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D6DC50E-3185-3B23-FB01-099A325749B7}"/>
              </a:ext>
            </a:extLst>
          </p:cNvPr>
          <p:cNvSpPr txBox="1"/>
          <p:nvPr/>
        </p:nvSpPr>
        <p:spPr>
          <a:xfrm>
            <a:off x="550771" y="5943035"/>
            <a:ext cx="49954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Business Intelligence </a:t>
            </a:r>
          </a:p>
          <a:p>
            <a:r>
              <a:rPr lang="en-US" sz="3600" b="1" dirty="0">
                <a:latin typeface="Arial Black" panose="020B0A04020102020204" pitchFamily="34" charset="0"/>
              </a:rPr>
              <a:t>Tools and Emerging </a:t>
            </a:r>
          </a:p>
          <a:p>
            <a:r>
              <a:rPr lang="en-US" sz="3600" b="1" dirty="0">
                <a:latin typeface="Arial Black" panose="020B0A04020102020204" pitchFamily="34" charset="0"/>
              </a:rPr>
              <a:t>Technologies</a:t>
            </a:r>
            <a:endParaRPr lang="en-US" sz="36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096D8-C951-3796-BEBE-85B111CB4CCE}"/>
              </a:ext>
            </a:extLst>
          </p:cNvPr>
          <p:cNvSpPr txBox="1"/>
          <p:nvPr/>
        </p:nvSpPr>
        <p:spPr>
          <a:xfrm>
            <a:off x="5190124" y="6171643"/>
            <a:ext cx="38772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Management Concepts Application</a:t>
            </a:r>
          </a:p>
        </p:txBody>
      </p:sp>
      <p:grpSp>
        <p:nvGrpSpPr>
          <p:cNvPr id="5" name="Google Shape;212;p12">
            <a:extLst>
              <a:ext uri="{FF2B5EF4-FFF2-40B4-BE49-F238E27FC236}">
                <a16:creationId xmlns:a16="http://schemas.microsoft.com/office/drawing/2014/main" id="{01F1AFFF-1B71-7E94-AF6A-44B3E9E710D6}"/>
              </a:ext>
            </a:extLst>
          </p:cNvPr>
          <p:cNvGrpSpPr/>
          <p:nvPr/>
        </p:nvGrpSpPr>
        <p:grpSpPr>
          <a:xfrm rot="2700000">
            <a:off x="44950744" y="-1577860"/>
            <a:ext cx="2847030" cy="3027856"/>
            <a:chOff x="0" y="-47625"/>
            <a:chExt cx="749835" cy="797460"/>
          </a:xfrm>
        </p:grpSpPr>
        <p:sp>
          <p:nvSpPr>
            <p:cNvPr id="6" name="Google Shape;213;p12">
              <a:extLst>
                <a:ext uri="{FF2B5EF4-FFF2-40B4-BE49-F238E27FC236}">
                  <a16:creationId xmlns:a16="http://schemas.microsoft.com/office/drawing/2014/main" id="{1C0FF3B4-26DC-DAEF-2DD1-B6006271BB4A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" name="Google Shape;214;p12">
              <a:extLst>
                <a:ext uri="{FF2B5EF4-FFF2-40B4-BE49-F238E27FC236}">
                  <a16:creationId xmlns:a16="http://schemas.microsoft.com/office/drawing/2014/main" id="{B041E3AA-BC78-3AEF-692C-CB1BEEF77C99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215;p12">
            <a:extLst>
              <a:ext uri="{FF2B5EF4-FFF2-40B4-BE49-F238E27FC236}">
                <a16:creationId xmlns:a16="http://schemas.microsoft.com/office/drawing/2014/main" id="{ACAD0005-A272-1BBD-337C-0F2568F2737F}"/>
              </a:ext>
            </a:extLst>
          </p:cNvPr>
          <p:cNvGrpSpPr/>
          <p:nvPr/>
        </p:nvGrpSpPr>
        <p:grpSpPr>
          <a:xfrm rot="2700000">
            <a:off x="49500226" y="8771971"/>
            <a:ext cx="2847030" cy="3027856"/>
            <a:chOff x="0" y="-47625"/>
            <a:chExt cx="749835" cy="797460"/>
          </a:xfrm>
        </p:grpSpPr>
        <p:sp>
          <p:nvSpPr>
            <p:cNvPr id="9" name="Google Shape;216;p12">
              <a:extLst>
                <a:ext uri="{FF2B5EF4-FFF2-40B4-BE49-F238E27FC236}">
                  <a16:creationId xmlns:a16="http://schemas.microsoft.com/office/drawing/2014/main" id="{519A2376-0AF6-4314-3E33-DDAE2AB0AF5F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" name="Google Shape;217;p12">
              <a:extLst>
                <a:ext uri="{FF2B5EF4-FFF2-40B4-BE49-F238E27FC236}">
                  <a16:creationId xmlns:a16="http://schemas.microsoft.com/office/drawing/2014/main" id="{B5411E11-4E6F-B5C0-57A7-88662D8B1C72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218;p12">
            <a:extLst>
              <a:ext uri="{FF2B5EF4-FFF2-40B4-BE49-F238E27FC236}">
                <a16:creationId xmlns:a16="http://schemas.microsoft.com/office/drawing/2014/main" id="{575D6FE9-B27A-DE89-F4B5-2BF3A1C4ED27}"/>
              </a:ext>
            </a:extLst>
          </p:cNvPr>
          <p:cNvGrpSpPr/>
          <p:nvPr/>
        </p:nvGrpSpPr>
        <p:grpSpPr>
          <a:xfrm>
            <a:off x="-18975550" y="3850982"/>
            <a:ext cx="1753131" cy="1933957"/>
            <a:chOff x="0" y="-47625"/>
            <a:chExt cx="461730" cy="509355"/>
          </a:xfrm>
        </p:grpSpPr>
        <p:sp>
          <p:nvSpPr>
            <p:cNvPr id="12" name="Google Shape;219;p12">
              <a:extLst>
                <a:ext uri="{FF2B5EF4-FFF2-40B4-BE49-F238E27FC236}">
                  <a16:creationId xmlns:a16="http://schemas.microsoft.com/office/drawing/2014/main" id="{6355269A-E137-D81C-2673-FAE4D28F8AAD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3" name="Google Shape;220;p12">
              <a:extLst>
                <a:ext uri="{FF2B5EF4-FFF2-40B4-BE49-F238E27FC236}">
                  <a16:creationId xmlns:a16="http://schemas.microsoft.com/office/drawing/2014/main" id="{E830FD68-2B46-D94C-6A9D-F16862A7872F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221;p12">
            <a:extLst>
              <a:ext uri="{FF2B5EF4-FFF2-40B4-BE49-F238E27FC236}">
                <a16:creationId xmlns:a16="http://schemas.microsoft.com/office/drawing/2014/main" id="{BB4C2668-15A1-7998-C44F-13AE7EA9CE87}"/>
              </a:ext>
            </a:extLst>
          </p:cNvPr>
          <p:cNvGrpSpPr/>
          <p:nvPr/>
        </p:nvGrpSpPr>
        <p:grpSpPr>
          <a:xfrm>
            <a:off x="5177049" y="-5364838"/>
            <a:ext cx="1753131" cy="1933957"/>
            <a:chOff x="0" y="-47625"/>
            <a:chExt cx="461730" cy="509355"/>
          </a:xfrm>
        </p:grpSpPr>
        <p:sp>
          <p:nvSpPr>
            <p:cNvPr id="15" name="Google Shape;222;p12">
              <a:extLst>
                <a:ext uri="{FF2B5EF4-FFF2-40B4-BE49-F238E27FC236}">
                  <a16:creationId xmlns:a16="http://schemas.microsoft.com/office/drawing/2014/main" id="{68723BC4-71D4-B6DA-C4EE-9061013485D5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6" name="Google Shape;223;p12">
              <a:extLst>
                <a:ext uri="{FF2B5EF4-FFF2-40B4-BE49-F238E27FC236}">
                  <a16:creationId xmlns:a16="http://schemas.microsoft.com/office/drawing/2014/main" id="{4147C6CB-2404-C899-B5D3-3840CDD54857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224;p12">
            <a:extLst>
              <a:ext uri="{FF2B5EF4-FFF2-40B4-BE49-F238E27FC236}">
                <a16:creationId xmlns:a16="http://schemas.microsoft.com/office/drawing/2014/main" id="{CD4C02D0-3174-06D0-3629-9BE0FC2DB4A0}"/>
              </a:ext>
            </a:extLst>
          </p:cNvPr>
          <p:cNvGrpSpPr/>
          <p:nvPr/>
        </p:nvGrpSpPr>
        <p:grpSpPr>
          <a:xfrm>
            <a:off x="15293112" y="13786699"/>
            <a:ext cx="1753131" cy="1933957"/>
            <a:chOff x="0" y="-47625"/>
            <a:chExt cx="461730" cy="509355"/>
          </a:xfrm>
        </p:grpSpPr>
        <p:sp>
          <p:nvSpPr>
            <p:cNvPr id="18" name="Google Shape;225;p12">
              <a:extLst>
                <a:ext uri="{FF2B5EF4-FFF2-40B4-BE49-F238E27FC236}">
                  <a16:creationId xmlns:a16="http://schemas.microsoft.com/office/drawing/2014/main" id="{0D5A92CF-7603-BA78-D74A-3468DFCBCC5A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9" name="Google Shape;226;p12">
              <a:extLst>
                <a:ext uri="{FF2B5EF4-FFF2-40B4-BE49-F238E27FC236}">
                  <a16:creationId xmlns:a16="http://schemas.microsoft.com/office/drawing/2014/main" id="{4C531E6C-C1E5-D1F2-B986-C2EA2BDD115A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29;p12">
            <a:extLst>
              <a:ext uri="{FF2B5EF4-FFF2-40B4-BE49-F238E27FC236}">
                <a16:creationId xmlns:a16="http://schemas.microsoft.com/office/drawing/2014/main" id="{06627BAF-47A8-B247-BBCC-6CCD34C9A315}"/>
              </a:ext>
            </a:extLst>
          </p:cNvPr>
          <p:cNvSpPr txBox="1"/>
          <p:nvPr/>
        </p:nvSpPr>
        <p:spPr>
          <a:xfrm>
            <a:off x="-18773791" y="441243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07</a:t>
            </a:r>
            <a:endParaRPr dirty="0"/>
          </a:p>
        </p:txBody>
      </p:sp>
      <p:sp>
        <p:nvSpPr>
          <p:cNvPr id="21" name="Google Shape;230;p12">
            <a:extLst>
              <a:ext uri="{FF2B5EF4-FFF2-40B4-BE49-F238E27FC236}">
                <a16:creationId xmlns:a16="http://schemas.microsoft.com/office/drawing/2014/main" id="{E6898F90-70F4-B586-1C6A-729997222185}"/>
              </a:ext>
            </a:extLst>
          </p:cNvPr>
          <p:cNvSpPr txBox="1"/>
          <p:nvPr/>
        </p:nvSpPr>
        <p:spPr>
          <a:xfrm>
            <a:off x="5331425" y="-4815932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08</a:t>
            </a:r>
            <a:endParaRPr dirty="0"/>
          </a:p>
        </p:txBody>
      </p:sp>
      <p:sp>
        <p:nvSpPr>
          <p:cNvPr id="22" name="Google Shape;231;p12">
            <a:extLst>
              <a:ext uri="{FF2B5EF4-FFF2-40B4-BE49-F238E27FC236}">
                <a16:creationId xmlns:a16="http://schemas.microsoft.com/office/drawing/2014/main" id="{E0A525AA-F8C5-85BA-7B3D-F4340979E3A6}"/>
              </a:ext>
            </a:extLst>
          </p:cNvPr>
          <p:cNvSpPr txBox="1"/>
          <p:nvPr/>
        </p:nvSpPr>
        <p:spPr>
          <a:xfrm>
            <a:off x="15494871" y="14348147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09</a:t>
            </a:r>
            <a:endParaRPr dirty="0"/>
          </a:p>
        </p:txBody>
      </p:sp>
      <p:sp>
        <p:nvSpPr>
          <p:cNvPr id="23" name="Google Shape;235;p12">
            <a:extLst>
              <a:ext uri="{FF2B5EF4-FFF2-40B4-BE49-F238E27FC236}">
                <a16:creationId xmlns:a16="http://schemas.microsoft.com/office/drawing/2014/main" id="{15C52CC2-BC99-455E-1AD3-6C45B152693A}"/>
              </a:ext>
            </a:extLst>
          </p:cNvPr>
          <p:cNvSpPr txBox="1"/>
          <p:nvPr/>
        </p:nvSpPr>
        <p:spPr>
          <a:xfrm>
            <a:off x="15149004" y="16495474"/>
            <a:ext cx="379447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Final Deliverables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4" name="Google Shape;236;p12">
            <a:extLst>
              <a:ext uri="{FF2B5EF4-FFF2-40B4-BE49-F238E27FC236}">
                <a16:creationId xmlns:a16="http://schemas.microsoft.com/office/drawing/2014/main" id="{A68D9B3A-8611-26C8-2DC7-28A7AB2B8B57}"/>
              </a:ext>
            </a:extLst>
          </p:cNvPr>
          <p:cNvSpPr txBox="1"/>
          <p:nvPr/>
        </p:nvSpPr>
        <p:spPr>
          <a:xfrm>
            <a:off x="-18975550" y="2026011"/>
            <a:ext cx="7010126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grpSp>
        <p:nvGrpSpPr>
          <p:cNvPr id="25" name="Google Shape;237;p12">
            <a:extLst>
              <a:ext uri="{FF2B5EF4-FFF2-40B4-BE49-F238E27FC236}">
                <a16:creationId xmlns:a16="http://schemas.microsoft.com/office/drawing/2014/main" id="{0B767D79-17AF-AF0A-C8B7-ADF2BA5A2C1B}"/>
              </a:ext>
            </a:extLst>
          </p:cNvPr>
          <p:cNvGrpSpPr/>
          <p:nvPr/>
        </p:nvGrpSpPr>
        <p:grpSpPr>
          <a:xfrm rot="2700000">
            <a:off x="47929644" y="9267362"/>
            <a:ext cx="2741636" cy="2922462"/>
            <a:chOff x="0" y="-47625"/>
            <a:chExt cx="722077" cy="769702"/>
          </a:xfrm>
        </p:grpSpPr>
        <p:sp>
          <p:nvSpPr>
            <p:cNvPr id="26" name="Google Shape;238;p12">
              <a:extLst>
                <a:ext uri="{FF2B5EF4-FFF2-40B4-BE49-F238E27FC236}">
                  <a16:creationId xmlns:a16="http://schemas.microsoft.com/office/drawing/2014/main" id="{EFF38C20-9091-2CFF-A875-CE8683A1E368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7" name="Google Shape;239;p12">
              <a:extLst>
                <a:ext uri="{FF2B5EF4-FFF2-40B4-BE49-F238E27FC236}">
                  <a16:creationId xmlns:a16="http://schemas.microsoft.com/office/drawing/2014/main" id="{BDC4728D-DFA2-C914-9FCA-703546E750EE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40;p12">
            <a:extLst>
              <a:ext uri="{FF2B5EF4-FFF2-40B4-BE49-F238E27FC236}">
                <a16:creationId xmlns:a16="http://schemas.microsoft.com/office/drawing/2014/main" id="{1C6FAE01-A9E1-C054-01F6-CD4AC3559119}"/>
              </a:ext>
            </a:extLst>
          </p:cNvPr>
          <p:cNvGrpSpPr/>
          <p:nvPr/>
        </p:nvGrpSpPr>
        <p:grpSpPr>
          <a:xfrm rot="2700000">
            <a:off x="53606879" y="-424947"/>
            <a:ext cx="5498471" cy="5679297"/>
            <a:chOff x="0" y="-47625"/>
            <a:chExt cx="1448157" cy="1495782"/>
          </a:xfrm>
        </p:grpSpPr>
        <p:sp>
          <p:nvSpPr>
            <p:cNvPr id="29" name="Google Shape;241;p12">
              <a:extLst>
                <a:ext uri="{FF2B5EF4-FFF2-40B4-BE49-F238E27FC236}">
                  <a16:creationId xmlns:a16="http://schemas.microsoft.com/office/drawing/2014/main" id="{6210C3FC-21CE-00A3-F627-D4C402CEB1AD}"/>
                </a:ext>
              </a:extLst>
            </p:cNvPr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0" name="Google Shape;242;p12">
              <a:extLst>
                <a:ext uri="{FF2B5EF4-FFF2-40B4-BE49-F238E27FC236}">
                  <a16:creationId xmlns:a16="http://schemas.microsoft.com/office/drawing/2014/main" id="{90ABB80E-6FB5-946F-C327-4516557063B5}"/>
                </a:ext>
              </a:extLst>
            </p:cNvPr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8637BF5B-2BC2-EBC1-BAC0-2F49FFC02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69822" y="306479"/>
            <a:ext cx="999461" cy="9994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B1342A5-1FCD-37AD-CF03-AD2303EFE2FA}"/>
              </a:ext>
            </a:extLst>
          </p:cNvPr>
          <p:cNvSpPr txBox="1"/>
          <p:nvPr/>
        </p:nvSpPr>
        <p:spPr>
          <a:xfrm>
            <a:off x="4413128" y="-2589517"/>
            <a:ext cx="4851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1C7BDD-4276-B767-76BB-5C19888A1A78}"/>
              </a:ext>
            </a:extLst>
          </p:cNvPr>
          <p:cNvSpPr txBox="1"/>
          <p:nvPr/>
        </p:nvSpPr>
        <p:spPr>
          <a:xfrm>
            <a:off x="-19254027" y="6710862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BI Dashboard</a:t>
            </a:r>
          </a:p>
        </p:txBody>
      </p:sp>
    </p:spTree>
    <p:extLst>
      <p:ext uri="{BB962C8B-B14F-4D97-AF65-F5344CB8AC3E}">
        <p14:creationId xmlns:p14="http://schemas.microsoft.com/office/powerpoint/2010/main" val="771501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CD0C65D7-6A3C-7742-F7F1-70E00173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2">
            <a:extLst>
              <a:ext uri="{FF2B5EF4-FFF2-40B4-BE49-F238E27FC236}">
                <a16:creationId xmlns:a16="http://schemas.microsoft.com/office/drawing/2014/main" id="{4821A896-972D-CFB0-B1B0-C87DBA40C31C}"/>
              </a:ext>
            </a:extLst>
          </p:cNvPr>
          <p:cNvGrpSpPr/>
          <p:nvPr/>
        </p:nvGrpSpPr>
        <p:grpSpPr>
          <a:xfrm rot="-2981227">
            <a:off x="20338912" y="-10915857"/>
            <a:ext cx="10685669" cy="34175000"/>
            <a:chOff x="0" y="-47625"/>
            <a:chExt cx="2814333" cy="9000823"/>
          </a:xfrm>
        </p:grpSpPr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8C05CFA3-24B5-0541-E4FE-84391D0A48DD}"/>
                </a:ext>
              </a:extLst>
            </p:cNvPr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9D5495A0-1CA3-9E30-0082-3C777A0FC426}"/>
                </a:ext>
              </a:extLst>
            </p:cNvPr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2">
            <a:extLst>
              <a:ext uri="{FF2B5EF4-FFF2-40B4-BE49-F238E27FC236}">
                <a16:creationId xmlns:a16="http://schemas.microsoft.com/office/drawing/2014/main" id="{E5ED2CBE-D5CD-4800-1943-540BE5904FF6}"/>
              </a:ext>
            </a:extLst>
          </p:cNvPr>
          <p:cNvGrpSpPr/>
          <p:nvPr/>
        </p:nvGrpSpPr>
        <p:grpSpPr>
          <a:xfrm rot="-2981227">
            <a:off x="-616890" y="2232335"/>
            <a:ext cx="10685669" cy="34175000"/>
            <a:chOff x="0" y="-47625"/>
            <a:chExt cx="2814333" cy="9000823"/>
          </a:xfrm>
        </p:grpSpPr>
        <p:sp>
          <p:nvSpPr>
            <p:cNvPr id="210" name="Google Shape;210;p12">
              <a:extLst>
                <a:ext uri="{FF2B5EF4-FFF2-40B4-BE49-F238E27FC236}">
                  <a16:creationId xmlns:a16="http://schemas.microsoft.com/office/drawing/2014/main" id="{E394A00F-8ED5-1C41-AC11-B2800F47E08E}"/>
                </a:ext>
              </a:extLst>
            </p:cNvPr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11" name="Google Shape;211;p12">
              <a:extLst>
                <a:ext uri="{FF2B5EF4-FFF2-40B4-BE49-F238E27FC236}">
                  <a16:creationId xmlns:a16="http://schemas.microsoft.com/office/drawing/2014/main" id="{CD991233-E3A1-E7BC-F5FC-6D3A8E972491}"/>
                </a:ext>
              </a:extLst>
            </p:cNvPr>
            <p:cNvSpPr txBox="1"/>
            <p:nvPr/>
          </p:nvSpPr>
          <p:spPr>
            <a:xfrm>
              <a:off x="0" y="-47625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2">
            <a:extLst>
              <a:ext uri="{FF2B5EF4-FFF2-40B4-BE49-F238E27FC236}">
                <a16:creationId xmlns:a16="http://schemas.microsoft.com/office/drawing/2014/main" id="{36409DC6-415C-2B03-3DDC-DB0B3559681D}"/>
              </a:ext>
            </a:extLst>
          </p:cNvPr>
          <p:cNvGrpSpPr/>
          <p:nvPr/>
        </p:nvGrpSpPr>
        <p:grpSpPr>
          <a:xfrm rot="2700000">
            <a:off x="9592811" y="-1577860"/>
            <a:ext cx="2847030" cy="3027856"/>
            <a:chOff x="0" y="-47625"/>
            <a:chExt cx="749835" cy="797460"/>
          </a:xfrm>
        </p:grpSpPr>
        <p:sp>
          <p:nvSpPr>
            <p:cNvPr id="213" name="Google Shape;213;p12">
              <a:extLst>
                <a:ext uri="{FF2B5EF4-FFF2-40B4-BE49-F238E27FC236}">
                  <a16:creationId xmlns:a16="http://schemas.microsoft.com/office/drawing/2014/main" id="{43874FBC-F5CC-7C63-7C1C-AA6480572F90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4" name="Google Shape;214;p12">
              <a:extLst>
                <a:ext uri="{FF2B5EF4-FFF2-40B4-BE49-F238E27FC236}">
                  <a16:creationId xmlns:a16="http://schemas.microsoft.com/office/drawing/2014/main" id="{1699CC32-AB38-5FC9-516E-1EB8B36307EC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2">
            <a:extLst>
              <a:ext uri="{FF2B5EF4-FFF2-40B4-BE49-F238E27FC236}">
                <a16:creationId xmlns:a16="http://schemas.microsoft.com/office/drawing/2014/main" id="{B58490A2-7DDF-C13D-2ADB-F3160D13815D}"/>
              </a:ext>
            </a:extLst>
          </p:cNvPr>
          <p:cNvGrpSpPr/>
          <p:nvPr/>
        </p:nvGrpSpPr>
        <p:grpSpPr>
          <a:xfrm rot="2700000">
            <a:off x="14142293" y="8771971"/>
            <a:ext cx="2847030" cy="3027856"/>
            <a:chOff x="0" y="-47625"/>
            <a:chExt cx="749835" cy="797460"/>
          </a:xfrm>
        </p:grpSpPr>
        <p:sp>
          <p:nvSpPr>
            <p:cNvPr id="216" name="Google Shape;216;p12">
              <a:extLst>
                <a:ext uri="{FF2B5EF4-FFF2-40B4-BE49-F238E27FC236}">
                  <a16:creationId xmlns:a16="http://schemas.microsoft.com/office/drawing/2014/main" id="{378EA04C-F267-DA52-62A5-31DC9632EDA6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7" name="Google Shape;217;p12">
              <a:extLst>
                <a:ext uri="{FF2B5EF4-FFF2-40B4-BE49-F238E27FC236}">
                  <a16:creationId xmlns:a16="http://schemas.microsoft.com/office/drawing/2014/main" id="{FF59DCCA-F1C3-FE9C-1C6D-626DACD50C88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2">
            <a:extLst>
              <a:ext uri="{FF2B5EF4-FFF2-40B4-BE49-F238E27FC236}">
                <a16:creationId xmlns:a16="http://schemas.microsoft.com/office/drawing/2014/main" id="{BAA31A73-BC9D-CC4C-DD45-6DE4B631E37F}"/>
              </a:ext>
            </a:extLst>
          </p:cNvPr>
          <p:cNvGrpSpPr/>
          <p:nvPr/>
        </p:nvGrpSpPr>
        <p:grpSpPr>
          <a:xfrm>
            <a:off x="787475" y="3746392"/>
            <a:ext cx="1753131" cy="1933957"/>
            <a:chOff x="0" y="-47625"/>
            <a:chExt cx="461730" cy="509355"/>
          </a:xfrm>
        </p:grpSpPr>
        <p:sp>
          <p:nvSpPr>
            <p:cNvPr id="219" name="Google Shape;219;p12">
              <a:extLst>
                <a:ext uri="{FF2B5EF4-FFF2-40B4-BE49-F238E27FC236}">
                  <a16:creationId xmlns:a16="http://schemas.microsoft.com/office/drawing/2014/main" id="{2D4000B4-70D7-FC37-6A0B-97598F25459C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0" name="Google Shape;220;p12">
              <a:extLst>
                <a:ext uri="{FF2B5EF4-FFF2-40B4-BE49-F238E27FC236}">
                  <a16:creationId xmlns:a16="http://schemas.microsoft.com/office/drawing/2014/main" id="{2260E2E1-76B3-C37F-3F6A-477E8B3AF913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2">
            <a:extLst>
              <a:ext uri="{FF2B5EF4-FFF2-40B4-BE49-F238E27FC236}">
                <a16:creationId xmlns:a16="http://schemas.microsoft.com/office/drawing/2014/main" id="{524D2ECA-69BE-939C-E1AA-8A1F7F7245B3}"/>
              </a:ext>
            </a:extLst>
          </p:cNvPr>
          <p:cNvGrpSpPr/>
          <p:nvPr/>
        </p:nvGrpSpPr>
        <p:grpSpPr>
          <a:xfrm>
            <a:off x="5680549" y="3758934"/>
            <a:ext cx="1753131" cy="1933957"/>
            <a:chOff x="0" y="-47625"/>
            <a:chExt cx="461730" cy="509355"/>
          </a:xfrm>
        </p:grpSpPr>
        <p:sp>
          <p:nvSpPr>
            <p:cNvPr id="222" name="Google Shape;222;p12">
              <a:extLst>
                <a:ext uri="{FF2B5EF4-FFF2-40B4-BE49-F238E27FC236}">
                  <a16:creationId xmlns:a16="http://schemas.microsoft.com/office/drawing/2014/main" id="{06060245-EF1C-3FA2-7270-D8DFD13D8DAD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3" name="Google Shape;223;p12">
              <a:extLst>
                <a:ext uri="{FF2B5EF4-FFF2-40B4-BE49-F238E27FC236}">
                  <a16:creationId xmlns:a16="http://schemas.microsoft.com/office/drawing/2014/main" id="{80603D0D-8C14-80CA-B940-1EEAB0630C6C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2">
            <a:extLst>
              <a:ext uri="{FF2B5EF4-FFF2-40B4-BE49-F238E27FC236}">
                <a16:creationId xmlns:a16="http://schemas.microsoft.com/office/drawing/2014/main" id="{A434B715-ABF6-AB07-0350-534A52FC8B5A}"/>
              </a:ext>
            </a:extLst>
          </p:cNvPr>
          <p:cNvGrpSpPr/>
          <p:nvPr/>
        </p:nvGrpSpPr>
        <p:grpSpPr>
          <a:xfrm>
            <a:off x="11445013" y="3746392"/>
            <a:ext cx="1753131" cy="1933957"/>
            <a:chOff x="0" y="-47625"/>
            <a:chExt cx="461730" cy="509355"/>
          </a:xfrm>
        </p:grpSpPr>
        <p:sp>
          <p:nvSpPr>
            <p:cNvPr id="225" name="Google Shape;225;p12">
              <a:extLst>
                <a:ext uri="{FF2B5EF4-FFF2-40B4-BE49-F238E27FC236}">
                  <a16:creationId xmlns:a16="http://schemas.microsoft.com/office/drawing/2014/main" id="{FA60C5CD-1A58-7EDE-5F39-508DAAD00172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6" name="Google Shape;226;p12">
              <a:extLst>
                <a:ext uri="{FF2B5EF4-FFF2-40B4-BE49-F238E27FC236}">
                  <a16:creationId xmlns:a16="http://schemas.microsoft.com/office/drawing/2014/main" id="{2C9879F9-DFA9-FF5D-55E7-F619A5D1419A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2">
            <a:extLst>
              <a:ext uri="{FF2B5EF4-FFF2-40B4-BE49-F238E27FC236}">
                <a16:creationId xmlns:a16="http://schemas.microsoft.com/office/drawing/2014/main" id="{A362009E-1B85-1796-FAA6-195E6BA1F998}"/>
              </a:ext>
            </a:extLst>
          </p:cNvPr>
          <p:cNvSpPr txBox="1"/>
          <p:nvPr/>
        </p:nvSpPr>
        <p:spPr>
          <a:xfrm>
            <a:off x="989234" y="430784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07</a:t>
            </a:r>
            <a:endParaRPr dirty="0"/>
          </a:p>
        </p:txBody>
      </p:sp>
      <p:sp>
        <p:nvSpPr>
          <p:cNvPr id="230" name="Google Shape;230;p12">
            <a:extLst>
              <a:ext uri="{FF2B5EF4-FFF2-40B4-BE49-F238E27FC236}">
                <a16:creationId xmlns:a16="http://schemas.microsoft.com/office/drawing/2014/main" id="{513E4FAD-235E-5C71-A59F-678DD3C0578B}"/>
              </a:ext>
            </a:extLst>
          </p:cNvPr>
          <p:cNvSpPr txBox="1"/>
          <p:nvPr/>
        </p:nvSpPr>
        <p:spPr>
          <a:xfrm>
            <a:off x="5834925" y="430784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08</a:t>
            </a:r>
            <a:endParaRPr dirty="0"/>
          </a:p>
        </p:txBody>
      </p:sp>
      <p:sp>
        <p:nvSpPr>
          <p:cNvPr id="231" name="Google Shape;231;p12">
            <a:extLst>
              <a:ext uri="{FF2B5EF4-FFF2-40B4-BE49-F238E27FC236}">
                <a16:creationId xmlns:a16="http://schemas.microsoft.com/office/drawing/2014/main" id="{A76554A5-943F-901E-9B99-72086B110E67}"/>
              </a:ext>
            </a:extLst>
          </p:cNvPr>
          <p:cNvSpPr txBox="1"/>
          <p:nvPr/>
        </p:nvSpPr>
        <p:spPr>
          <a:xfrm>
            <a:off x="11646772" y="4307840"/>
            <a:ext cx="1349612" cy="120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09</a:t>
            </a:r>
            <a:endParaRPr dirty="0"/>
          </a:p>
        </p:txBody>
      </p:sp>
      <p:sp>
        <p:nvSpPr>
          <p:cNvPr id="235" name="Google Shape;235;p12">
            <a:extLst>
              <a:ext uri="{FF2B5EF4-FFF2-40B4-BE49-F238E27FC236}">
                <a16:creationId xmlns:a16="http://schemas.microsoft.com/office/drawing/2014/main" id="{6288C790-2D37-B74D-3D22-22074956FB5E}"/>
              </a:ext>
            </a:extLst>
          </p:cNvPr>
          <p:cNvSpPr txBox="1"/>
          <p:nvPr/>
        </p:nvSpPr>
        <p:spPr>
          <a:xfrm>
            <a:off x="11300905" y="6455167"/>
            <a:ext cx="379447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rial Black" panose="020B0A04020102020204" pitchFamily="34" charset="0"/>
              </a:rPr>
              <a:t>Final Deliverables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36" name="Google Shape;236;p12">
            <a:extLst>
              <a:ext uri="{FF2B5EF4-FFF2-40B4-BE49-F238E27FC236}">
                <a16:creationId xmlns:a16="http://schemas.microsoft.com/office/drawing/2014/main" id="{35E934FF-32AF-101E-A3F3-F78E8B6DB8F2}"/>
              </a:ext>
            </a:extLst>
          </p:cNvPr>
          <p:cNvSpPr txBox="1"/>
          <p:nvPr/>
        </p:nvSpPr>
        <p:spPr>
          <a:xfrm>
            <a:off x="787475" y="1921421"/>
            <a:ext cx="7010126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0F1A38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grpSp>
        <p:nvGrpSpPr>
          <p:cNvPr id="237" name="Google Shape;237;p12">
            <a:extLst>
              <a:ext uri="{FF2B5EF4-FFF2-40B4-BE49-F238E27FC236}">
                <a16:creationId xmlns:a16="http://schemas.microsoft.com/office/drawing/2014/main" id="{B3DE03E0-A737-B89B-219A-877E8BFE5D4D}"/>
              </a:ext>
            </a:extLst>
          </p:cNvPr>
          <p:cNvGrpSpPr/>
          <p:nvPr/>
        </p:nvGrpSpPr>
        <p:grpSpPr>
          <a:xfrm rot="2700000">
            <a:off x="12571711" y="9267362"/>
            <a:ext cx="2741636" cy="2922462"/>
            <a:chOff x="0" y="-47625"/>
            <a:chExt cx="722077" cy="769702"/>
          </a:xfrm>
        </p:grpSpPr>
        <p:sp>
          <p:nvSpPr>
            <p:cNvPr id="238" name="Google Shape;238;p12">
              <a:extLst>
                <a:ext uri="{FF2B5EF4-FFF2-40B4-BE49-F238E27FC236}">
                  <a16:creationId xmlns:a16="http://schemas.microsoft.com/office/drawing/2014/main" id="{175C9E02-1260-4EDD-8F80-6A0D60B8166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39" name="Google Shape;239;p12">
              <a:extLst>
                <a:ext uri="{FF2B5EF4-FFF2-40B4-BE49-F238E27FC236}">
                  <a16:creationId xmlns:a16="http://schemas.microsoft.com/office/drawing/2014/main" id="{66845F1E-5523-2D46-CF63-BD22FB22C36C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2">
            <a:extLst>
              <a:ext uri="{FF2B5EF4-FFF2-40B4-BE49-F238E27FC236}">
                <a16:creationId xmlns:a16="http://schemas.microsoft.com/office/drawing/2014/main" id="{F8BC438F-EBC2-807B-B691-AB189436C158}"/>
              </a:ext>
            </a:extLst>
          </p:cNvPr>
          <p:cNvGrpSpPr/>
          <p:nvPr/>
        </p:nvGrpSpPr>
        <p:grpSpPr>
          <a:xfrm rot="2700000">
            <a:off x="18248946" y="-424947"/>
            <a:ext cx="5498471" cy="5679297"/>
            <a:chOff x="0" y="-47625"/>
            <a:chExt cx="1448157" cy="1495782"/>
          </a:xfrm>
        </p:grpSpPr>
        <p:sp>
          <p:nvSpPr>
            <p:cNvPr id="241" name="Google Shape;241;p12">
              <a:extLst>
                <a:ext uri="{FF2B5EF4-FFF2-40B4-BE49-F238E27FC236}">
                  <a16:creationId xmlns:a16="http://schemas.microsoft.com/office/drawing/2014/main" id="{3ABC03D3-582B-9C24-4986-9925F598C166}"/>
                </a:ext>
              </a:extLst>
            </p:cNvPr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2" name="Google Shape;242;p12">
              <a:extLst>
                <a:ext uri="{FF2B5EF4-FFF2-40B4-BE49-F238E27FC236}">
                  <a16:creationId xmlns:a16="http://schemas.microsoft.com/office/drawing/2014/main" id="{783B6B21-C649-8560-096C-7F7CBDBF9D39}"/>
                </a:ext>
              </a:extLst>
            </p:cNvPr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C8030B4-09EC-DE85-8041-287E93F6C3B2}"/>
              </a:ext>
            </a:extLst>
          </p:cNvPr>
          <p:cNvSpPr txBox="1"/>
          <p:nvPr/>
        </p:nvSpPr>
        <p:spPr>
          <a:xfrm>
            <a:off x="4916628" y="6534255"/>
            <a:ext cx="4851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869E6-EBBA-CD69-AB31-B6EDCFDF0846}"/>
              </a:ext>
            </a:extLst>
          </p:cNvPr>
          <p:cNvSpPr txBox="1"/>
          <p:nvPr/>
        </p:nvSpPr>
        <p:spPr>
          <a:xfrm>
            <a:off x="508998" y="6606272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BI Dashboard</a:t>
            </a:r>
          </a:p>
        </p:txBody>
      </p:sp>
      <p:pic>
        <p:nvPicPr>
          <p:cNvPr id="21" name="Google Shape;247;p13">
            <a:extLst>
              <a:ext uri="{FF2B5EF4-FFF2-40B4-BE49-F238E27FC236}">
                <a16:creationId xmlns:a16="http://schemas.microsoft.com/office/drawing/2014/main" id="{76166504-49C4-6A50-FC70-1DEC5D943CE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33035588" y="-63932"/>
            <a:ext cx="14248699" cy="10250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57;p13">
            <a:extLst>
              <a:ext uri="{FF2B5EF4-FFF2-40B4-BE49-F238E27FC236}">
                <a16:creationId xmlns:a16="http://schemas.microsoft.com/office/drawing/2014/main" id="{9C487BE7-77D6-7A46-E422-9CCBBB274D63}"/>
              </a:ext>
            </a:extLst>
          </p:cNvPr>
          <p:cNvGrpSpPr/>
          <p:nvPr/>
        </p:nvGrpSpPr>
        <p:grpSpPr>
          <a:xfrm>
            <a:off x="-16323" y="-3205722"/>
            <a:ext cx="1753131" cy="1933957"/>
            <a:chOff x="0" y="-47625"/>
            <a:chExt cx="461730" cy="509355"/>
          </a:xfrm>
        </p:grpSpPr>
        <p:sp>
          <p:nvSpPr>
            <p:cNvPr id="23" name="Google Shape;258;p13">
              <a:extLst>
                <a:ext uri="{FF2B5EF4-FFF2-40B4-BE49-F238E27FC236}">
                  <a16:creationId xmlns:a16="http://schemas.microsoft.com/office/drawing/2014/main" id="{754702D6-AF93-D093-0F7A-6B21FCAE84D1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" name="Google Shape;259;p13">
              <a:extLst>
                <a:ext uri="{FF2B5EF4-FFF2-40B4-BE49-F238E27FC236}">
                  <a16:creationId xmlns:a16="http://schemas.microsoft.com/office/drawing/2014/main" id="{B797B032-21A7-B545-96D9-CB1227F55A12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60;p13">
            <a:extLst>
              <a:ext uri="{FF2B5EF4-FFF2-40B4-BE49-F238E27FC236}">
                <a16:creationId xmlns:a16="http://schemas.microsoft.com/office/drawing/2014/main" id="{CDCBD9C3-17A6-7692-9508-1632D76E84AF}"/>
              </a:ext>
            </a:extLst>
          </p:cNvPr>
          <p:cNvSpPr txBox="1"/>
          <p:nvPr/>
        </p:nvSpPr>
        <p:spPr>
          <a:xfrm>
            <a:off x="2197179" y="-3248648"/>
            <a:ext cx="504642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FFFFFF"/>
                </a:solidFill>
                <a:latin typeface="Anton"/>
                <a:sym typeface="Anton"/>
              </a:rPr>
              <a:t>ORGANIZATIONAL OVERVIEW</a:t>
            </a:r>
            <a:endParaRPr sz="6000" dirty="0"/>
          </a:p>
        </p:txBody>
      </p:sp>
      <p:sp>
        <p:nvSpPr>
          <p:cNvPr id="26" name="Google Shape;261;p13">
            <a:extLst>
              <a:ext uri="{FF2B5EF4-FFF2-40B4-BE49-F238E27FC236}">
                <a16:creationId xmlns:a16="http://schemas.microsoft.com/office/drawing/2014/main" id="{30626D47-8C43-F466-3498-039665C12372}"/>
              </a:ext>
            </a:extLst>
          </p:cNvPr>
          <p:cNvSpPr txBox="1"/>
          <p:nvPr/>
        </p:nvSpPr>
        <p:spPr>
          <a:xfrm>
            <a:off x="185436" y="-2734688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dirty="0"/>
          </a:p>
        </p:txBody>
      </p:sp>
      <p:grpSp>
        <p:nvGrpSpPr>
          <p:cNvPr id="27" name="Google Shape;263;p13">
            <a:extLst>
              <a:ext uri="{FF2B5EF4-FFF2-40B4-BE49-F238E27FC236}">
                <a16:creationId xmlns:a16="http://schemas.microsoft.com/office/drawing/2014/main" id="{5D37A911-3AE3-69A7-9F54-524FF24CFE94}"/>
              </a:ext>
            </a:extLst>
          </p:cNvPr>
          <p:cNvGrpSpPr/>
          <p:nvPr/>
        </p:nvGrpSpPr>
        <p:grpSpPr>
          <a:xfrm rot="2700000">
            <a:off x="18035160" y="13783672"/>
            <a:ext cx="2847030" cy="3027856"/>
            <a:chOff x="0" y="-47625"/>
            <a:chExt cx="749835" cy="797460"/>
          </a:xfrm>
        </p:grpSpPr>
        <p:sp>
          <p:nvSpPr>
            <p:cNvPr id="28" name="Google Shape;264;p13">
              <a:extLst>
                <a:ext uri="{FF2B5EF4-FFF2-40B4-BE49-F238E27FC236}">
                  <a16:creationId xmlns:a16="http://schemas.microsoft.com/office/drawing/2014/main" id="{8180DA42-301E-9245-6C06-4F3CF3262045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9" name="Google Shape;265;p13">
              <a:extLst>
                <a:ext uri="{FF2B5EF4-FFF2-40B4-BE49-F238E27FC236}">
                  <a16:creationId xmlns:a16="http://schemas.microsoft.com/office/drawing/2014/main" id="{9BF90415-4B89-08C0-23CF-105064A25ADA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266;p13">
            <a:extLst>
              <a:ext uri="{FF2B5EF4-FFF2-40B4-BE49-F238E27FC236}">
                <a16:creationId xmlns:a16="http://schemas.microsoft.com/office/drawing/2014/main" id="{73360349-A97B-B790-B3E0-099E05231AB4}"/>
              </a:ext>
            </a:extLst>
          </p:cNvPr>
          <p:cNvGrpSpPr/>
          <p:nvPr/>
        </p:nvGrpSpPr>
        <p:grpSpPr>
          <a:xfrm rot="2700000">
            <a:off x="-34459481" y="5720818"/>
            <a:ext cx="2847030" cy="3027856"/>
            <a:chOff x="0" y="-47625"/>
            <a:chExt cx="749835" cy="797460"/>
          </a:xfrm>
        </p:grpSpPr>
        <p:sp>
          <p:nvSpPr>
            <p:cNvPr id="31" name="Google Shape;267;p13">
              <a:extLst>
                <a:ext uri="{FF2B5EF4-FFF2-40B4-BE49-F238E27FC236}">
                  <a16:creationId xmlns:a16="http://schemas.microsoft.com/office/drawing/2014/main" id="{2BCB6994-C19F-8A0A-5F42-5A74A056C548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" name="Google Shape;268;p13">
              <a:extLst>
                <a:ext uri="{FF2B5EF4-FFF2-40B4-BE49-F238E27FC236}">
                  <a16:creationId xmlns:a16="http://schemas.microsoft.com/office/drawing/2014/main" id="{D7977104-A869-F966-54AE-18E013227EA6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269;p13">
            <a:extLst>
              <a:ext uri="{FF2B5EF4-FFF2-40B4-BE49-F238E27FC236}">
                <a16:creationId xmlns:a16="http://schemas.microsoft.com/office/drawing/2014/main" id="{7CFB4E5A-8DF8-7BAB-0113-7FC6042DF176}"/>
              </a:ext>
            </a:extLst>
          </p:cNvPr>
          <p:cNvGrpSpPr/>
          <p:nvPr/>
        </p:nvGrpSpPr>
        <p:grpSpPr>
          <a:xfrm rot="2700000">
            <a:off x="-27926919" y="-1810162"/>
            <a:ext cx="2741636" cy="2922462"/>
            <a:chOff x="0" y="-47625"/>
            <a:chExt cx="722077" cy="769702"/>
          </a:xfrm>
        </p:grpSpPr>
        <p:sp>
          <p:nvSpPr>
            <p:cNvPr id="34" name="Google Shape;270;p13">
              <a:extLst>
                <a:ext uri="{FF2B5EF4-FFF2-40B4-BE49-F238E27FC236}">
                  <a16:creationId xmlns:a16="http://schemas.microsoft.com/office/drawing/2014/main" id="{79015559-1272-A853-D1FD-1E683CFDE7D2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5" name="Google Shape;271;p13">
              <a:extLst>
                <a:ext uri="{FF2B5EF4-FFF2-40B4-BE49-F238E27FC236}">
                  <a16:creationId xmlns:a16="http://schemas.microsoft.com/office/drawing/2014/main" id="{C2D08800-B243-CCA9-98C0-473449F147FE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272;p13">
            <a:extLst>
              <a:ext uri="{FF2B5EF4-FFF2-40B4-BE49-F238E27FC236}">
                <a16:creationId xmlns:a16="http://schemas.microsoft.com/office/drawing/2014/main" id="{A918169D-D96A-B384-9FB7-28DDEE93F4A4}"/>
              </a:ext>
            </a:extLst>
          </p:cNvPr>
          <p:cNvGrpSpPr/>
          <p:nvPr/>
        </p:nvGrpSpPr>
        <p:grpSpPr>
          <a:xfrm rot="2700000">
            <a:off x="15675425" y="16207101"/>
            <a:ext cx="2741636" cy="2922462"/>
            <a:chOff x="0" y="-47625"/>
            <a:chExt cx="722077" cy="769702"/>
          </a:xfrm>
        </p:grpSpPr>
        <p:sp>
          <p:nvSpPr>
            <p:cNvPr id="37" name="Google Shape;273;p13">
              <a:extLst>
                <a:ext uri="{FF2B5EF4-FFF2-40B4-BE49-F238E27FC236}">
                  <a16:creationId xmlns:a16="http://schemas.microsoft.com/office/drawing/2014/main" id="{4B003E19-4B00-7FCC-2364-30C20461DD23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8" name="Google Shape;274;p13">
              <a:extLst>
                <a:ext uri="{FF2B5EF4-FFF2-40B4-BE49-F238E27FC236}">
                  <a16:creationId xmlns:a16="http://schemas.microsoft.com/office/drawing/2014/main" id="{0367F50B-6973-907C-8999-4874CBA7561F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E1221AE-A3FB-FC57-1D11-ABDE8A3939E7}"/>
              </a:ext>
            </a:extLst>
          </p:cNvPr>
          <p:cNvSpPr txBox="1"/>
          <p:nvPr/>
        </p:nvSpPr>
        <p:spPr>
          <a:xfrm>
            <a:off x="-30994914" y="3600338"/>
            <a:ext cx="10470756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: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Founded in 1976 Headquarters Cupertino, California by Steve Jobs, Steve Wozniak, and Ronald Wayne. Current CEO: Tim Cook.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Leading technology company specializing in consumer electronics, software, and online services. First product </a:t>
            </a:r>
            <a:r>
              <a:rPr lang="en-US" sz="3200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I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Iconic launches are Macintosh (PC) (1984), iPhone (2007).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0C3036CC-FC76-6C53-01D8-E01F519BF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041226" y="7874746"/>
            <a:ext cx="1209016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Products and Services 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iPhones, MacBooks, iPads, Apple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atch,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Music, and App 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Revenue (2023):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$394 billion.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Cap: Largest publicly traded company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25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3"/>
          <p:cNvPicPr preferRelativeResize="0"/>
          <p:nvPr/>
        </p:nvPicPr>
        <p:blipFill>
          <a:blip r:embed="rId3"/>
          <a:srcRect/>
          <a:stretch/>
        </p:blipFill>
        <p:spPr>
          <a:xfrm>
            <a:off x="6900108" y="-1120498"/>
            <a:ext cx="14248699" cy="1025093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 rot="18618773">
            <a:off x="2846688" y="-5425696"/>
            <a:ext cx="13218743" cy="33994174"/>
          </a:xfrm>
          <a:custGeom>
            <a:avLst/>
            <a:gdLst/>
            <a:ahLst/>
            <a:cxnLst/>
            <a:rect l="l" t="t" r="r" b="b"/>
            <a:pathLst>
              <a:path w="3481480" h="8953198" extrusionOk="0">
                <a:moveTo>
                  <a:pt x="0" y="0"/>
                </a:moveTo>
                <a:lnTo>
                  <a:pt x="3481480" y="0"/>
                </a:lnTo>
                <a:lnTo>
                  <a:pt x="3481480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grpSp>
        <p:nvGrpSpPr>
          <p:cNvPr id="257" name="Google Shape;257;p13"/>
          <p:cNvGrpSpPr/>
          <p:nvPr/>
        </p:nvGrpSpPr>
        <p:grpSpPr>
          <a:xfrm>
            <a:off x="824198" y="1696557"/>
            <a:ext cx="1753131" cy="1933957"/>
            <a:chOff x="0" y="-47625"/>
            <a:chExt cx="461730" cy="509355"/>
          </a:xfrm>
        </p:grpSpPr>
        <p:sp>
          <p:nvSpPr>
            <p:cNvPr id="258" name="Google Shape;258;p13"/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59" name="Google Shape;259;p13"/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3"/>
          <p:cNvSpPr txBox="1"/>
          <p:nvPr/>
        </p:nvSpPr>
        <p:spPr>
          <a:xfrm>
            <a:off x="3037700" y="1653631"/>
            <a:ext cx="504642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FFFFFF"/>
                </a:solidFill>
                <a:latin typeface="Anton"/>
                <a:sym typeface="Anton"/>
              </a:rPr>
              <a:t>ORGANIZATIONAL OVERVIEW</a:t>
            </a:r>
            <a:endParaRPr sz="6000" dirty="0"/>
          </a:p>
        </p:txBody>
      </p:sp>
      <p:sp>
        <p:nvSpPr>
          <p:cNvPr id="261" name="Google Shape;261;p13"/>
          <p:cNvSpPr txBox="1"/>
          <p:nvPr/>
        </p:nvSpPr>
        <p:spPr>
          <a:xfrm>
            <a:off x="1025957" y="2167591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dirty="0"/>
          </a:p>
        </p:txBody>
      </p:sp>
      <p:grpSp>
        <p:nvGrpSpPr>
          <p:cNvPr id="263" name="Google Shape;263;p13"/>
          <p:cNvGrpSpPr/>
          <p:nvPr/>
        </p:nvGrpSpPr>
        <p:grpSpPr>
          <a:xfrm rot="2700000">
            <a:off x="16189138" y="8709140"/>
            <a:ext cx="2847030" cy="3027856"/>
            <a:chOff x="0" y="-47625"/>
            <a:chExt cx="749835" cy="797460"/>
          </a:xfrm>
        </p:grpSpPr>
        <p:sp>
          <p:nvSpPr>
            <p:cNvPr id="264" name="Google Shape;264;p1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65" name="Google Shape;265;p13"/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3"/>
          <p:cNvGrpSpPr/>
          <p:nvPr/>
        </p:nvGrpSpPr>
        <p:grpSpPr>
          <a:xfrm rot="2700000">
            <a:off x="4732725" y="-1810162"/>
            <a:ext cx="2741636" cy="2922462"/>
            <a:chOff x="0" y="-47625"/>
            <a:chExt cx="722077" cy="769702"/>
          </a:xfrm>
        </p:grpSpPr>
        <p:sp>
          <p:nvSpPr>
            <p:cNvPr id="270" name="Google Shape;270;p1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71" name="Google Shape;271;p13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FD5B967-0B89-AD58-E567-5BFE9A38B3A2}"/>
              </a:ext>
            </a:extLst>
          </p:cNvPr>
          <p:cNvSpPr txBox="1"/>
          <p:nvPr/>
        </p:nvSpPr>
        <p:spPr>
          <a:xfrm>
            <a:off x="1664730" y="3600338"/>
            <a:ext cx="10631544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: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Founded in 1976 Headquarters Cupertino, California by Steve Jobs, Steve Wozniak, and Ronald Wayne. Current CEO: Tim Cook.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Leading technology company specializing in consumer electronics, software, and online services. First product </a:t>
            </a:r>
            <a:r>
              <a:rPr lang="en-US" sz="3200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I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Iconic launches are Macintosh (PC) (1984), iPhone (2007).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7A33069-6873-51BE-ED1E-C63DD4CF0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418" y="7874746"/>
            <a:ext cx="1209016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Products and Services 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iPhones, MacBooks, iPads, Apple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atch,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Music, and App 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Revenue (2023):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$394 billion.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Cap: Largest publicly traded company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359;p16">
            <a:extLst>
              <a:ext uri="{FF2B5EF4-FFF2-40B4-BE49-F238E27FC236}">
                <a16:creationId xmlns:a16="http://schemas.microsoft.com/office/drawing/2014/main" id="{F75738D5-1656-9167-25B4-3C55C62E8D9F}"/>
              </a:ext>
            </a:extLst>
          </p:cNvPr>
          <p:cNvSpPr txBox="1"/>
          <p:nvPr/>
        </p:nvSpPr>
        <p:spPr>
          <a:xfrm>
            <a:off x="-9296145" y="1882221"/>
            <a:ext cx="915283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chemeClr val="bg1"/>
                </a:solidFill>
                <a:latin typeface="Anton" pitchFamily="2" charset="0"/>
              </a:rPr>
              <a:t>Key Business Processes</a:t>
            </a:r>
            <a:endParaRPr sz="5600" dirty="0">
              <a:solidFill>
                <a:schemeClr val="bg1"/>
              </a:solidFill>
              <a:latin typeface="Anto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257;p13">
            <a:extLst>
              <a:ext uri="{FF2B5EF4-FFF2-40B4-BE49-F238E27FC236}">
                <a16:creationId xmlns:a16="http://schemas.microsoft.com/office/drawing/2014/main" id="{28C416EE-41BC-35FA-537C-57320D2AC545}"/>
              </a:ext>
            </a:extLst>
          </p:cNvPr>
          <p:cNvGrpSpPr/>
          <p:nvPr/>
        </p:nvGrpSpPr>
        <p:grpSpPr>
          <a:xfrm>
            <a:off x="-18579450" y="1185784"/>
            <a:ext cx="1753131" cy="1933957"/>
            <a:chOff x="0" y="-47625"/>
            <a:chExt cx="461730" cy="509355"/>
          </a:xfrm>
        </p:grpSpPr>
        <p:sp>
          <p:nvSpPr>
            <p:cNvPr id="12" name="Google Shape;258;p13">
              <a:extLst>
                <a:ext uri="{FF2B5EF4-FFF2-40B4-BE49-F238E27FC236}">
                  <a16:creationId xmlns:a16="http://schemas.microsoft.com/office/drawing/2014/main" id="{505796D4-CD27-4D5B-82D7-A871E6BABB98}"/>
                </a:ext>
              </a:extLst>
            </p:cNvPr>
            <p:cNvSpPr/>
            <p:nvPr/>
          </p:nvSpPr>
          <p:spPr>
            <a:xfrm>
              <a:off x="0" y="0"/>
              <a:ext cx="461730" cy="461730"/>
            </a:xfrm>
            <a:custGeom>
              <a:avLst/>
              <a:gdLst/>
              <a:ahLst/>
              <a:cxnLst/>
              <a:rect l="l" t="t" r="r" b="b"/>
              <a:pathLst>
                <a:path w="461730" h="461730" extrusionOk="0">
                  <a:moveTo>
                    <a:pt x="0" y="0"/>
                  </a:moveTo>
                  <a:lnTo>
                    <a:pt x="461730" y="0"/>
                  </a:lnTo>
                  <a:lnTo>
                    <a:pt x="461730" y="461730"/>
                  </a:lnTo>
                  <a:lnTo>
                    <a:pt x="0" y="46173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3" name="Google Shape;259;p13">
              <a:extLst>
                <a:ext uri="{FF2B5EF4-FFF2-40B4-BE49-F238E27FC236}">
                  <a16:creationId xmlns:a16="http://schemas.microsoft.com/office/drawing/2014/main" id="{F82377E9-A02C-8D40-1EE5-4F53413AE3D1}"/>
                </a:ext>
              </a:extLst>
            </p:cNvPr>
            <p:cNvSpPr txBox="1"/>
            <p:nvPr/>
          </p:nvSpPr>
          <p:spPr>
            <a:xfrm>
              <a:off x="0" y="-47625"/>
              <a:ext cx="461730" cy="509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Google Shape;247;p13">
            <a:extLst>
              <a:ext uri="{FF2B5EF4-FFF2-40B4-BE49-F238E27FC236}">
                <a16:creationId xmlns:a16="http://schemas.microsoft.com/office/drawing/2014/main" id="{EFBE62E6-E055-CFF2-AD48-EE1C4EE6D82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8491933" y="-1120498"/>
            <a:ext cx="14248699" cy="102509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49;p13">
            <a:extLst>
              <a:ext uri="{FF2B5EF4-FFF2-40B4-BE49-F238E27FC236}">
                <a16:creationId xmlns:a16="http://schemas.microsoft.com/office/drawing/2014/main" id="{B59966F8-F3E6-BA7D-340B-AE0272D4428F}"/>
              </a:ext>
            </a:extLst>
          </p:cNvPr>
          <p:cNvSpPr/>
          <p:nvPr/>
        </p:nvSpPr>
        <p:spPr>
          <a:xfrm rot="5400000">
            <a:off x="3876091" y="-18080934"/>
            <a:ext cx="13218743" cy="33994174"/>
          </a:xfrm>
          <a:custGeom>
            <a:avLst/>
            <a:gdLst/>
            <a:ahLst/>
            <a:cxnLst/>
            <a:rect l="l" t="t" r="r" b="b"/>
            <a:pathLst>
              <a:path w="3481480" h="8953198" extrusionOk="0">
                <a:moveTo>
                  <a:pt x="0" y="0"/>
                </a:moveTo>
                <a:lnTo>
                  <a:pt x="3481480" y="0"/>
                </a:lnTo>
                <a:lnTo>
                  <a:pt x="3481480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59" name="Google Shape;359;p16"/>
          <p:cNvSpPr txBox="1"/>
          <p:nvPr/>
        </p:nvSpPr>
        <p:spPr>
          <a:xfrm>
            <a:off x="877512" y="1882221"/>
            <a:ext cx="915283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chemeClr val="bg1"/>
                </a:solidFill>
                <a:latin typeface="Anton" pitchFamily="2" charset="0"/>
              </a:rPr>
              <a:t>Key Business Processes</a:t>
            </a:r>
            <a:endParaRPr sz="5600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3979108" y="7610520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</a:rPr>
              <a:t>Supply Chain Management</a:t>
            </a:r>
            <a:r>
              <a:rPr lang="en-US" sz="3200" b="1" dirty="0">
                <a:latin typeface="Anton" pitchFamily="2" charset="0"/>
              </a:rPr>
              <a:t>:</a:t>
            </a:r>
            <a:r>
              <a:rPr lang="en-US" sz="3200" dirty="0">
                <a:latin typeface="Anton" pitchFamily="2" charset="0"/>
              </a:rPr>
              <a:t> </a:t>
            </a:r>
            <a:endParaRPr sz="3200" dirty="0">
              <a:latin typeface="Anton" pitchFamily="2" charset="0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7094940" y="7021343"/>
            <a:ext cx="575732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supply chain is highly efficient, relying on strategic partnerships and just-in-time manufacturing.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Process: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sourcing, Manufacturing coordination, Logistics , Retail distribution.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31F208-6148-38F6-112D-6A0DA3526BE4}"/>
              </a:ext>
            </a:extLst>
          </p:cNvPr>
          <p:cNvSpPr txBox="1"/>
          <p:nvPr/>
        </p:nvSpPr>
        <p:spPr>
          <a:xfrm>
            <a:off x="-32080013" y="3352800"/>
            <a:ext cx="6434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4" name="Google Shape;260;p13">
            <a:extLst>
              <a:ext uri="{FF2B5EF4-FFF2-40B4-BE49-F238E27FC236}">
                <a16:creationId xmlns:a16="http://schemas.microsoft.com/office/drawing/2014/main" id="{DC3CE428-6EE5-91E0-72E1-13C5F6629E1E}"/>
              </a:ext>
            </a:extLst>
          </p:cNvPr>
          <p:cNvSpPr txBox="1"/>
          <p:nvPr/>
        </p:nvSpPr>
        <p:spPr>
          <a:xfrm>
            <a:off x="-16329914" y="1142858"/>
            <a:ext cx="504642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FFFFFF"/>
                </a:solidFill>
                <a:latin typeface="Anton"/>
                <a:sym typeface="Anton"/>
              </a:rPr>
              <a:t>ORGANIZATIONAL OVERVIEW</a:t>
            </a:r>
            <a:endParaRPr sz="6000" dirty="0"/>
          </a:p>
        </p:txBody>
      </p:sp>
      <p:sp>
        <p:nvSpPr>
          <p:cNvPr id="5" name="Google Shape;261;p13">
            <a:extLst>
              <a:ext uri="{FF2B5EF4-FFF2-40B4-BE49-F238E27FC236}">
                <a16:creationId xmlns:a16="http://schemas.microsoft.com/office/drawing/2014/main" id="{5F4D19F5-F4A1-5813-9DEA-E4ACAF64F1B7}"/>
              </a:ext>
            </a:extLst>
          </p:cNvPr>
          <p:cNvSpPr txBox="1"/>
          <p:nvPr/>
        </p:nvSpPr>
        <p:spPr>
          <a:xfrm>
            <a:off x="-18341657" y="1656818"/>
            <a:ext cx="1349612" cy="9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16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93D6B-691C-F868-4F8B-B47DFB6E7E1C}"/>
              </a:ext>
            </a:extLst>
          </p:cNvPr>
          <p:cNvSpPr txBox="1"/>
          <p:nvPr/>
        </p:nvSpPr>
        <p:spPr>
          <a:xfrm>
            <a:off x="-17702884" y="3089565"/>
            <a:ext cx="10470756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: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Founded in 1976 Headquarters Cupertino, California by Steve Jobs, Steve Wozniak, and Ronald Wayne. Current CEO: Tim Cook.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Leading technology company specializing in consumer electronics, software, and online services. First product </a:t>
            </a:r>
            <a:r>
              <a:rPr lang="en-US" sz="3200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I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Iconic launches are Macintosh (PC) (1984), iPhone (2007).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FB2718-E4AF-4830-A0AC-9E0C04703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749196" y="7363973"/>
            <a:ext cx="1209016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Products and Services 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iPhones, MacBooks, iPads, Apple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atch,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Music, and App 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Revenue (2023):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$394 billion.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Cap: Largest publicly traded company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oogle Shape;263;p13">
            <a:extLst>
              <a:ext uri="{FF2B5EF4-FFF2-40B4-BE49-F238E27FC236}">
                <a16:creationId xmlns:a16="http://schemas.microsoft.com/office/drawing/2014/main" id="{A7444303-6D55-11CD-D8BB-23080B41F4E3}"/>
              </a:ext>
            </a:extLst>
          </p:cNvPr>
          <p:cNvGrpSpPr/>
          <p:nvPr/>
        </p:nvGrpSpPr>
        <p:grpSpPr>
          <a:xfrm rot="2700000">
            <a:off x="14991332" y="10977862"/>
            <a:ext cx="2847030" cy="3027856"/>
            <a:chOff x="0" y="-47625"/>
            <a:chExt cx="749835" cy="797460"/>
          </a:xfrm>
        </p:grpSpPr>
        <p:sp>
          <p:nvSpPr>
            <p:cNvPr id="9" name="Google Shape;264;p13">
              <a:extLst>
                <a:ext uri="{FF2B5EF4-FFF2-40B4-BE49-F238E27FC236}">
                  <a16:creationId xmlns:a16="http://schemas.microsoft.com/office/drawing/2014/main" id="{F43E9B91-86F3-F098-28F5-E258867CBC12}"/>
                </a:ext>
              </a:extLst>
            </p:cNvPr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" name="Google Shape;265;p13">
              <a:extLst>
                <a:ext uri="{FF2B5EF4-FFF2-40B4-BE49-F238E27FC236}">
                  <a16:creationId xmlns:a16="http://schemas.microsoft.com/office/drawing/2014/main" id="{FD8DF10F-ED0A-6CB5-35CA-4A7E434E8AD8}"/>
                </a:ext>
              </a:extLst>
            </p:cNvPr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16"/>
          <p:cNvGrpSpPr/>
          <p:nvPr/>
        </p:nvGrpSpPr>
        <p:grpSpPr>
          <a:xfrm>
            <a:off x="8321680" y="3619332"/>
            <a:ext cx="2810813" cy="2991639"/>
            <a:chOff x="0" y="-47625"/>
            <a:chExt cx="740296" cy="787921"/>
          </a:xfrm>
        </p:grpSpPr>
        <p:sp>
          <p:nvSpPr>
            <p:cNvPr id="348" name="Google Shape;348;p16"/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49" name="Google Shape;349;p16"/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2" name="Google Shape;372;p16"/>
          <p:cNvPicPr preferRelativeResize="0"/>
          <p:nvPr/>
        </p:nvPicPr>
        <p:blipFill>
          <a:blip r:embed="rId4"/>
          <a:srcRect/>
          <a:stretch/>
        </p:blipFill>
        <p:spPr>
          <a:xfrm>
            <a:off x="8321680" y="3806527"/>
            <a:ext cx="2810813" cy="281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4" name="Google Shape;350;p16">
            <a:extLst>
              <a:ext uri="{FF2B5EF4-FFF2-40B4-BE49-F238E27FC236}">
                <a16:creationId xmlns:a16="http://schemas.microsoft.com/office/drawing/2014/main" id="{6F5002CE-8281-2695-E9EB-653C7CFF52B9}"/>
              </a:ext>
            </a:extLst>
          </p:cNvPr>
          <p:cNvGrpSpPr/>
          <p:nvPr/>
        </p:nvGrpSpPr>
        <p:grpSpPr>
          <a:xfrm>
            <a:off x="28837062" y="4618881"/>
            <a:ext cx="2810813" cy="2991639"/>
            <a:chOff x="0" y="-47625"/>
            <a:chExt cx="740296" cy="787921"/>
          </a:xfrm>
        </p:grpSpPr>
        <p:sp>
          <p:nvSpPr>
            <p:cNvPr id="15" name="Google Shape;351;p16">
              <a:extLst>
                <a:ext uri="{FF2B5EF4-FFF2-40B4-BE49-F238E27FC236}">
                  <a16:creationId xmlns:a16="http://schemas.microsoft.com/office/drawing/2014/main" id="{925EF648-ECA2-6D6C-586D-50311F98783A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352;p16">
              <a:extLst>
                <a:ext uri="{FF2B5EF4-FFF2-40B4-BE49-F238E27FC236}">
                  <a16:creationId xmlns:a16="http://schemas.microsoft.com/office/drawing/2014/main" id="{84CE2238-49F4-EB2C-4FF7-5B6C28F90FBE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361;p16">
            <a:extLst>
              <a:ext uri="{FF2B5EF4-FFF2-40B4-BE49-F238E27FC236}">
                <a16:creationId xmlns:a16="http://schemas.microsoft.com/office/drawing/2014/main" id="{B865AC86-4CED-1FCB-0600-A3F25FD52C90}"/>
              </a:ext>
            </a:extLst>
          </p:cNvPr>
          <p:cNvSpPr txBox="1"/>
          <p:nvPr/>
        </p:nvSpPr>
        <p:spPr>
          <a:xfrm>
            <a:off x="24995749" y="8606402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  <a:cs typeface="Times New Roman" panose="02020603050405020304" pitchFamily="18" charset="0"/>
              </a:rPr>
              <a:t>Marketing and Branding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Google Shape;373;p16">
            <a:extLst>
              <a:ext uri="{FF2B5EF4-FFF2-40B4-BE49-F238E27FC236}">
                <a16:creationId xmlns:a16="http://schemas.microsoft.com/office/drawing/2014/main" id="{706AE738-94E7-1AD9-C41D-E7088B5293BA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28837063" y="4799707"/>
            <a:ext cx="2810812" cy="2810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CB096B-B0DC-3EB9-F641-6555C9527225}"/>
              </a:ext>
            </a:extLst>
          </p:cNvPr>
          <p:cNvSpPr txBox="1"/>
          <p:nvPr/>
        </p:nvSpPr>
        <p:spPr>
          <a:xfrm>
            <a:off x="27866450" y="8444686"/>
            <a:ext cx="7562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marketing and branding focus on simplicity, innovation, and premium quality, building strong customer </a:t>
            </a:r>
          </a:p>
        </p:txBody>
      </p:sp>
      <p:sp>
        <p:nvSpPr>
          <p:cNvPr id="20" name="Google Shape;362;p16">
            <a:extLst>
              <a:ext uri="{FF2B5EF4-FFF2-40B4-BE49-F238E27FC236}">
                <a16:creationId xmlns:a16="http://schemas.microsoft.com/office/drawing/2014/main" id="{9BDEFFAB-DC32-D8FC-AD3A-C6FEF8B1C0BD}"/>
              </a:ext>
            </a:extLst>
          </p:cNvPr>
          <p:cNvSpPr txBox="1"/>
          <p:nvPr/>
        </p:nvSpPr>
        <p:spPr>
          <a:xfrm>
            <a:off x="36484006" y="8253347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</a:rPr>
              <a:t>Product Development:</a:t>
            </a:r>
            <a:endParaRPr sz="3200" dirty="0">
              <a:latin typeface="Anton" pitchFamily="2" charset="0"/>
            </a:endParaRPr>
          </a:p>
        </p:txBody>
      </p:sp>
      <p:sp>
        <p:nvSpPr>
          <p:cNvPr id="21" name="Google Shape;365;p16">
            <a:extLst>
              <a:ext uri="{FF2B5EF4-FFF2-40B4-BE49-F238E27FC236}">
                <a16:creationId xmlns:a16="http://schemas.microsoft.com/office/drawing/2014/main" id="{2935E3AA-1DF9-8EE1-ED53-E4CAA9682E3E}"/>
              </a:ext>
            </a:extLst>
          </p:cNvPr>
          <p:cNvSpPr txBox="1"/>
          <p:nvPr/>
        </p:nvSpPr>
        <p:spPr>
          <a:xfrm>
            <a:off x="39201843" y="7600882"/>
            <a:ext cx="8833847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product development emphasizes innovation, user-centric design, and cutting-edge technology.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iterative cycles of prototyping, testing, and refining to ensure excellence. Sustainability is integrated by using recycled materials and energy-efficient processes. This approach consistently sets industry benchmarks and enhances customer satisfaction..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oogle Shape;347;p16">
            <a:extLst>
              <a:ext uri="{FF2B5EF4-FFF2-40B4-BE49-F238E27FC236}">
                <a16:creationId xmlns:a16="http://schemas.microsoft.com/office/drawing/2014/main" id="{7DE78E95-4DCB-8647-BAFE-E87D203030C1}"/>
              </a:ext>
            </a:extLst>
          </p:cNvPr>
          <p:cNvGrpSpPr/>
          <p:nvPr/>
        </p:nvGrpSpPr>
        <p:grpSpPr>
          <a:xfrm>
            <a:off x="41166810" y="4282138"/>
            <a:ext cx="2810813" cy="2991639"/>
            <a:chOff x="0" y="-47625"/>
            <a:chExt cx="740296" cy="787921"/>
          </a:xfrm>
        </p:grpSpPr>
        <p:sp>
          <p:nvSpPr>
            <p:cNvPr id="23" name="Google Shape;348;p16">
              <a:extLst>
                <a:ext uri="{FF2B5EF4-FFF2-40B4-BE49-F238E27FC236}">
                  <a16:creationId xmlns:a16="http://schemas.microsoft.com/office/drawing/2014/main" id="{625B0695-B611-7968-DF95-4AC6E33A1E67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" name="Google Shape;349;p16">
              <a:extLst>
                <a:ext uri="{FF2B5EF4-FFF2-40B4-BE49-F238E27FC236}">
                  <a16:creationId xmlns:a16="http://schemas.microsoft.com/office/drawing/2014/main" id="{0FD7B7CB-E7D1-7266-0CD2-355B0D723BFB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" name="Google Shape;374;p16">
            <a:extLst>
              <a:ext uri="{FF2B5EF4-FFF2-40B4-BE49-F238E27FC236}">
                <a16:creationId xmlns:a16="http://schemas.microsoft.com/office/drawing/2014/main" id="{E4AB21AF-A680-E587-895E-BDEC6E1E25A1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41166810" y="4462964"/>
            <a:ext cx="2810812" cy="281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0C5FEB4C-528F-6BF5-3E1D-59C8A272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9;p13">
            <a:extLst>
              <a:ext uri="{FF2B5EF4-FFF2-40B4-BE49-F238E27FC236}">
                <a16:creationId xmlns:a16="http://schemas.microsoft.com/office/drawing/2014/main" id="{9811646F-6C31-63AE-7EB9-D45F52823E5A}"/>
              </a:ext>
            </a:extLst>
          </p:cNvPr>
          <p:cNvSpPr/>
          <p:nvPr/>
        </p:nvSpPr>
        <p:spPr>
          <a:xfrm rot="5400000">
            <a:off x="3876091" y="-18080934"/>
            <a:ext cx="13218743" cy="33994174"/>
          </a:xfrm>
          <a:custGeom>
            <a:avLst/>
            <a:gdLst/>
            <a:ahLst/>
            <a:cxnLst/>
            <a:rect l="l" t="t" r="r" b="b"/>
            <a:pathLst>
              <a:path w="3481480" h="8953198" extrusionOk="0">
                <a:moveTo>
                  <a:pt x="0" y="0"/>
                </a:moveTo>
                <a:lnTo>
                  <a:pt x="3481480" y="0"/>
                </a:lnTo>
                <a:lnTo>
                  <a:pt x="3481480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grpSp>
        <p:nvGrpSpPr>
          <p:cNvPr id="350" name="Google Shape;350;p16">
            <a:extLst>
              <a:ext uri="{FF2B5EF4-FFF2-40B4-BE49-F238E27FC236}">
                <a16:creationId xmlns:a16="http://schemas.microsoft.com/office/drawing/2014/main" id="{232FFE38-C29C-7474-65D3-64926F8EC682}"/>
              </a:ext>
            </a:extLst>
          </p:cNvPr>
          <p:cNvGrpSpPr/>
          <p:nvPr/>
        </p:nvGrpSpPr>
        <p:grpSpPr>
          <a:xfrm>
            <a:off x="8149209" y="3647680"/>
            <a:ext cx="2810813" cy="2991639"/>
            <a:chOff x="0" y="-47625"/>
            <a:chExt cx="740296" cy="787921"/>
          </a:xfrm>
        </p:grpSpPr>
        <p:sp>
          <p:nvSpPr>
            <p:cNvPr id="351" name="Google Shape;351;p16">
              <a:extLst>
                <a:ext uri="{FF2B5EF4-FFF2-40B4-BE49-F238E27FC236}">
                  <a16:creationId xmlns:a16="http://schemas.microsoft.com/office/drawing/2014/main" id="{AD8BCDEC-DE4E-C20A-2455-6992E44D648C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52" name="Google Shape;352;p16">
              <a:extLst>
                <a:ext uri="{FF2B5EF4-FFF2-40B4-BE49-F238E27FC236}">
                  <a16:creationId xmlns:a16="http://schemas.microsoft.com/office/drawing/2014/main" id="{A00DB654-2C98-C660-D522-9751A866B7EE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6">
            <a:extLst>
              <a:ext uri="{FF2B5EF4-FFF2-40B4-BE49-F238E27FC236}">
                <a16:creationId xmlns:a16="http://schemas.microsoft.com/office/drawing/2014/main" id="{0F137B99-6F70-A156-EDDA-8355EA9348E4}"/>
              </a:ext>
            </a:extLst>
          </p:cNvPr>
          <p:cNvSpPr txBox="1"/>
          <p:nvPr/>
        </p:nvSpPr>
        <p:spPr>
          <a:xfrm>
            <a:off x="877512" y="1882221"/>
            <a:ext cx="915283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chemeClr val="bg1"/>
                </a:solidFill>
                <a:latin typeface="Anton" pitchFamily="2" charset="0"/>
              </a:rPr>
              <a:t>Key Business Processes</a:t>
            </a:r>
            <a:endParaRPr sz="5600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361" name="Google Shape;361;p16">
            <a:extLst>
              <a:ext uri="{FF2B5EF4-FFF2-40B4-BE49-F238E27FC236}">
                <a16:creationId xmlns:a16="http://schemas.microsoft.com/office/drawing/2014/main" id="{3F981E05-EF9E-2FD8-87CE-29D4A5AD1434}"/>
              </a:ext>
            </a:extLst>
          </p:cNvPr>
          <p:cNvSpPr txBox="1"/>
          <p:nvPr/>
        </p:nvSpPr>
        <p:spPr>
          <a:xfrm>
            <a:off x="4307896" y="7635201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  <a:cs typeface="Times New Roman" panose="02020603050405020304" pitchFamily="18" charset="0"/>
              </a:rPr>
              <a:t>Marketing and Branding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3" name="Google Shape;373;p16">
            <a:extLst>
              <a:ext uri="{FF2B5EF4-FFF2-40B4-BE49-F238E27FC236}">
                <a16:creationId xmlns:a16="http://schemas.microsoft.com/office/drawing/2014/main" id="{B2E86314-D910-0DEE-FE89-23C3FDA6757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8149210" y="3828506"/>
            <a:ext cx="2810812" cy="2810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C11D982-C12E-FDCD-EA46-116A2EC16E85}"/>
              </a:ext>
            </a:extLst>
          </p:cNvPr>
          <p:cNvSpPr txBox="1"/>
          <p:nvPr/>
        </p:nvSpPr>
        <p:spPr>
          <a:xfrm>
            <a:off x="-32080013" y="3352800"/>
            <a:ext cx="6434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569C-735F-4AB9-1082-2E363A8BC0E8}"/>
              </a:ext>
            </a:extLst>
          </p:cNvPr>
          <p:cNvSpPr txBox="1"/>
          <p:nvPr/>
        </p:nvSpPr>
        <p:spPr>
          <a:xfrm>
            <a:off x="7178597" y="7473485"/>
            <a:ext cx="7562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marketing and branding focus on simplicity, innovation, and premium quality, building strong customer </a:t>
            </a:r>
          </a:p>
        </p:txBody>
      </p:sp>
      <p:sp>
        <p:nvSpPr>
          <p:cNvPr id="9" name="Google Shape;360;p16">
            <a:extLst>
              <a:ext uri="{FF2B5EF4-FFF2-40B4-BE49-F238E27FC236}">
                <a16:creationId xmlns:a16="http://schemas.microsoft.com/office/drawing/2014/main" id="{F804599B-119E-8B15-9B5A-3895796A06E0}"/>
              </a:ext>
            </a:extLst>
          </p:cNvPr>
          <p:cNvSpPr txBox="1"/>
          <p:nvPr/>
        </p:nvSpPr>
        <p:spPr>
          <a:xfrm>
            <a:off x="-9813347" y="7470837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</a:rPr>
              <a:t>Supply Chain Management</a:t>
            </a:r>
            <a:r>
              <a:rPr lang="en-US" sz="3200" b="1" dirty="0">
                <a:latin typeface="Anton" pitchFamily="2" charset="0"/>
              </a:rPr>
              <a:t>:</a:t>
            </a:r>
            <a:r>
              <a:rPr lang="en-US" sz="3200" dirty="0">
                <a:latin typeface="Anton" pitchFamily="2" charset="0"/>
              </a:rPr>
              <a:t> </a:t>
            </a:r>
            <a:endParaRPr sz="3200" dirty="0">
              <a:latin typeface="Anton" pitchFamily="2" charset="0"/>
            </a:endParaRPr>
          </a:p>
        </p:txBody>
      </p:sp>
      <p:sp>
        <p:nvSpPr>
          <p:cNvPr id="10" name="Google Shape;363;p16">
            <a:extLst>
              <a:ext uri="{FF2B5EF4-FFF2-40B4-BE49-F238E27FC236}">
                <a16:creationId xmlns:a16="http://schemas.microsoft.com/office/drawing/2014/main" id="{552460A3-6F9C-293D-B487-3A9F51EBAEA4}"/>
              </a:ext>
            </a:extLst>
          </p:cNvPr>
          <p:cNvSpPr txBox="1"/>
          <p:nvPr/>
        </p:nvSpPr>
        <p:spPr>
          <a:xfrm>
            <a:off x="-6697515" y="6881660"/>
            <a:ext cx="575732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supply chain is highly efficient, relying on strategic partnerships and just-in-time manufacturing.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Process: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sourcing, Manufacturing coordination, Logistics , Retail distribution.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oogle Shape;347;p16">
            <a:extLst>
              <a:ext uri="{FF2B5EF4-FFF2-40B4-BE49-F238E27FC236}">
                <a16:creationId xmlns:a16="http://schemas.microsoft.com/office/drawing/2014/main" id="{520E12B6-1894-E477-FA3A-FABC86C36C4B}"/>
              </a:ext>
            </a:extLst>
          </p:cNvPr>
          <p:cNvGrpSpPr/>
          <p:nvPr/>
        </p:nvGrpSpPr>
        <p:grpSpPr>
          <a:xfrm>
            <a:off x="-5470775" y="3479649"/>
            <a:ext cx="2810813" cy="2991639"/>
            <a:chOff x="0" y="-47625"/>
            <a:chExt cx="740296" cy="787921"/>
          </a:xfrm>
        </p:grpSpPr>
        <p:sp>
          <p:nvSpPr>
            <p:cNvPr id="12" name="Google Shape;348;p16">
              <a:extLst>
                <a:ext uri="{FF2B5EF4-FFF2-40B4-BE49-F238E27FC236}">
                  <a16:creationId xmlns:a16="http://schemas.microsoft.com/office/drawing/2014/main" id="{18E878D4-5418-C478-CC18-F4C4D3FFF0AE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3" name="Google Shape;349;p16">
              <a:extLst>
                <a:ext uri="{FF2B5EF4-FFF2-40B4-BE49-F238E27FC236}">
                  <a16:creationId xmlns:a16="http://schemas.microsoft.com/office/drawing/2014/main" id="{BFCE02E8-1632-ADCD-C8A2-C0140206BE7E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" name="Google Shape;372;p16">
            <a:extLst>
              <a:ext uri="{FF2B5EF4-FFF2-40B4-BE49-F238E27FC236}">
                <a16:creationId xmlns:a16="http://schemas.microsoft.com/office/drawing/2014/main" id="{9E35CFEE-38DA-0E22-C8DD-C59CF89C86DF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-5470775" y="3666844"/>
            <a:ext cx="2810813" cy="281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Google Shape;362;p16">
            <a:extLst>
              <a:ext uri="{FF2B5EF4-FFF2-40B4-BE49-F238E27FC236}">
                <a16:creationId xmlns:a16="http://schemas.microsoft.com/office/drawing/2014/main" id="{433355FB-9AB8-B745-BF7A-53B05AFF637E}"/>
              </a:ext>
            </a:extLst>
          </p:cNvPr>
          <p:cNvSpPr txBox="1"/>
          <p:nvPr/>
        </p:nvSpPr>
        <p:spPr>
          <a:xfrm>
            <a:off x="21769193" y="10020178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</a:rPr>
              <a:t>Product Development:</a:t>
            </a:r>
            <a:endParaRPr sz="3200" dirty="0">
              <a:latin typeface="Anton" pitchFamily="2" charset="0"/>
            </a:endParaRPr>
          </a:p>
        </p:txBody>
      </p:sp>
      <p:sp>
        <p:nvSpPr>
          <p:cNvPr id="16" name="Google Shape;365;p16">
            <a:extLst>
              <a:ext uri="{FF2B5EF4-FFF2-40B4-BE49-F238E27FC236}">
                <a16:creationId xmlns:a16="http://schemas.microsoft.com/office/drawing/2014/main" id="{EFD178DD-09E7-1FA0-93FF-5C6A16013692}"/>
              </a:ext>
            </a:extLst>
          </p:cNvPr>
          <p:cNvSpPr txBox="1"/>
          <p:nvPr/>
        </p:nvSpPr>
        <p:spPr>
          <a:xfrm>
            <a:off x="24487030" y="9367713"/>
            <a:ext cx="8833847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product development emphasizes innovation, user-centric design, and cutting-edge technology.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iterative cycles of prototyping, testing, and refining to ensure excellence. Sustainability is integrated by using recycled materials and energy-efficient processes. This approach consistently sets industry benchmarks and enhances customer satisfaction..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oogle Shape;347;p16">
            <a:extLst>
              <a:ext uri="{FF2B5EF4-FFF2-40B4-BE49-F238E27FC236}">
                <a16:creationId xmlns:a16="http://schemas.microsoft.com/office/drawing/2014/main" id="{C884EA05-399E-C7E3-FE77-2E7AC3EBA2FE}"/>
              </a:ext>
            </a:extLst>
          </p:cNvPr>
          <p:cNvGrpSpPr/>
          <p:nvPr/>
        </p:nvGrpSpPr>
        <p:grpSpPr>
          <a:xfrm>
            <a:off x="26451997" y="6048969"/>
            <a:ext cx="2810813" cy="2991639"/>
            <a:chOff x="0" y="-47625"/>
            <a:chExt cx="740296" cy="787921"/>
          </a:xfrm>
        </p:grpSpPr>
        <p:sp>
          <p:nvSpPr>
            <p:cNvPr id="18" name="Google Shape;348;p16">
              <a:extLst>
                <a:ext uri="{FF2B5EF4-FFF2-40B4-BE49-F238E27FC236}">
                  <a16:creationId xmlns:a16="http://schemas.microsoft.com/office/drawing/2014/main" id="{9B1EAEA3-CAB3-8D8D-6909-8A49FCAC259B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9" name="Google Shape;349;p16">
              <a:extLst>
                <a:ext uri="{FF2B5EF4-FFF2-40B4-BE49-F238E27FC236}">
                  <a16:creationId xmlns:a16="http://schemas.microsoft.com/office/drawing/2014/main" id="{A93E736F-FD1D-9F55-C01B-22372B38ECC2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374;p16">
            <a:extLst>
              <a:ext uri="{FF2B5EF4-FFF2-40B4-BE49-F238E27FC236}">
                <a16:creationId xmlns:a16="http://schemas.microsoft.com/office/drawing/2014/main" id="{A5607FB2-07D7-6BEF-6063-10F96928F0A5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26451997" y="6229795"/>
            <a:ext cx="2810812" cy="281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9347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2EA8158E-9281-828F-33A9-62786BA0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99;p15">
            <a:extLst>
              <a:ext uri="{FF2B5EF4-FFF2-40B4-BE49-F238E27FC236}">
                <a16:creationId xmlns:a16="http://schemas.microsoft.com/office/drawing/2014/main" id="{6BAAA8E2-55A9-43F8-698E-D0DD1AE4410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9571508" y="-11991381"/>
            <a:ext cx="17632850" cy="1175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9;p13">
            <a:extLst>
              <a:ext uri="{FF2B5EF4-FFF2-40B4-BE49-F238E27FC236}">
                <a16:creationId xmlns:a16="http://schemas.microsoft.com/office/drawing/2014/main" id="{A54AD400-2162-5604-63D9-B1D4B713801A}"/>
              </a:ext>
            </a:extLst>
          </p:cNvPr>
          <p:cNvSpPr/>
          <p:nvPr/>
        </p:nvSpPr>
        <p:spPr>
          <a:xfrm rot="5400000">
            <a:off x="3876091" y="-18080934"/>
            <a:ext cx="13218743" cy="33994174"/>
          </a:xfrm>
          <a:custGeom>
            <a:avLst/>
            <a:gdLst/>
            <a:ahLst/>
            <a:cxnLst/>
            <a:rect l="l" t="t" r="r" b="b"/>
            <a:pathLst>
              <a:path w="3481480" h="8953198" extrusionOk="0">
                <a:moveTo>
                  <a:pt x="0" y="0"/>
                </a:moveTo>
                <a:lnTo>
                  <a:pt x="3481480" y="0"/>
                </a:lnTo>
                <a:lnTo>
                  <a:pt x="3481480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59" name="Google Shape;359;p16">
            <a:extLst>
              <a:ext uri="{FF2B5EF4-FFF2-40B4-BE49-F238E27FC236}">
                <a16:creationId xmlns:a16="http://schemas.microsoft.com/office/drawing/2014/main" id="{5126D6DB-84B6-C23C-4036-43974F9B661B}"/>
              </a:ext>
            </a:extLst>
          </p:cNvPr>
          <p:cNvSpPr txBox="1"/>
          <p:nvPr/>
        </p:nvSpPr>
        <p:spPr>
          <a:xfrm>
            <a:off x="877512" y="1882221"/>
            <a:ext cx="915283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chemeClr val="bg1"/>
                </a:solidFill>
                <a:latin typeface="Anton" pitchFamily="2" charset="0"/>
              </a:rPr>
              <a:t>Key Business Processes</a:t>
            </a:r>
            <a:endParaRPr sz="5600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362" name="Google Shape;362;p16">
            <a:extLst>
              <a:ext uri="{FF2B5EF4-FFF2-40B4-BE49-F238E27FC236}">
                <a16:creationId xmlns:a16="http://schemas.microsoft.com/office/drawing/2014/main" id="{B3B028B4-97BF-D130-59CB-F35ED9C9BC39}"/>
              </a:ext>
            </a:extLst>
          </p:cNvPr>
          <p:cNvSpPr txBox="1"/>
          <p:nvPr/>
        </p:nvSpPr>
        <p:spPr>
          <a:xfrm>
            <a:off x="3271733" y="7502952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</a:rPr>
              <a:t>Product Development:</a:t>
            </a:r>
            <a:endParaRPr sz="3200" dirty="0">
              <a:latin typeface="Anton" pitchFamily="2" charset="0"/>
            </a:endParaRPr>
          </a:p>
        </p:txBody>
      </p:sp>
      <p:sp>
        <p:nvSpPr>
          <p:cNvPr id="365" name="Google Shape;365;p16">
            <a:extLst>
              <a:ext uri="{FF2B5EF4-FFF2-40B4-BE49-F238E27FC236}">
                <a16:creationId xmlns:a16="http://schemas.microsoft.com/office/drawing/2014/main" id="{BEAE5077-1F80-726D-B5BA-DED303C8F960}"/>
              </a:ext>
            </a:extLst>
          </p:cNvPr>
          <p:cNvSpPr txBox="1"/>
          <p:nvPr/>
        </p:nvSpPr>
        <p:spPr>
          <a:xfrm>
            <a:off x="5989570" y="6850487"/>
            <a:ext cx="8833847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product development emphasizes innovation, user-centric design, and cutting-edge technology.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iterative cycles of prototyping, testing, and refining to ensure excellence. Sustainability is integrated by using recycled materials and energy-efficient processes. This approach consistently sets industry benchmarks and enhances customer satisfaction..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03BB1B-1625-3DAD-7B94-B14850BC72C9}"/>
              </a:ext>
            </a:extLst>
          </p:cNvPr>
          <p:cNvSpPr txBox="1"/>
          <p:nvPr/>
        </p:nvSpPr>
        <p:spPr>
          <a:xfrm>
            <a:off x="-32080013" y="3352800"/>
            <a:ext cx="6434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  <p:grpSp>
        <p:nvGrpSpPr>
          <p:cNvPr id="3" name="Google Shape;347;p16">
            <a:extLst>
              <a:ext uri="{FF2B5EF4-FFF2-40B4-BE49-F238E27FC236}">
                <a16:creationId xmlns:a16="http://schemas.microsoft.com/office/drawing/2014/main" id="{C045A26A-42DB-7956-EB25-8829DE458397}"/>
              </a:ext>
            </a:extLst>
          </p:cNvPr>
          <p:cNvGrpSpPr/>
          <p:nvPr/>
        </p:nvGrpSpPr>
        <p:grpSpPr>
          <a:xfrm>
            <a:off x="7954537" y="3531743"/>
            <a:ext cx="2810813" cy="2991639"/>
            <a:chOff x="0" y="-47625"/>
            <a:chExt cx="740296" cy="787921"/>
          </a:xfrm>
        </p:grpSpPr>
        <p:sp>
          <p:nvSpPr>
            <p:cNvPr id="4" name="Google Shape;348;p16">
              <a:extLst>
                <a:ext uri="{FF2B5EF4-FFF2-40B4-BE49-F238E27FC236}">
                  <a16:creationId xmlns:a16="http://schemas.microsoft.com/office/drawing/2014/main" id="{C6513AD7-A2B7-1842-3FCA-0C4895D87DA7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" name="Google Shape;349;p16">
              <a:extLst>
                <a:ext uri="{FF2B5EF4-FFF2-40B4-BE49-F238E27FC236}">
                  <a16:creationId xmlns:a16="http://schemas.microsoft.com/office/drawing/2014/main" id="{A7B9092E-11D0-EF5D-160E-F52575F0377F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4" name="Google Shape;374;p16">
            <a:extLst>
              <a:ext uri="{FF2B5EF4-FFF2-40B4-BE49-F238E27FC236}">
                <a16:creationId xmlns:a16="http://schemas.microsoft.com/office/drawing/2014/main" id="{12E7FB0F-C3BC-95AA-7439-CE7286A7558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7954537" y="3712569"/>
            <a:ext cx="2810812" cy="281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oogle Shape;318;p15">
            <a:extLst>
              <a:ext uri="{FF2B5EF4-FFF2-40B4-BE49-F238E27FC236}">
                <a16:creationId xmlns:a16="http://schemas.microsoft.com/office/drawing/2014/main" id="{CA294DC0-330C-FEE8-A67F-CFB75640A205}"/>
              </a:ext>
            </a:extLst>
          </p:cNvPr>
          <p:cNvGrpSpPr/>
          <p:nvPr/>
        </p:nvGrpSpPr>
        <p:grpSpPr>
          <a:xfrm rot="2700000">
            <a:off x="12787083" y="-4927735"/>
            <a:ext cx="2741636" cy="2922462"/>
            <a:chOff x="0" y="-47625"/>
            <a:chExt cx="722077" cy="769702"/>
          </a:xfrm>
        </p:grpSpPr>
        <p:sp>
          <p:nvSpPr>
            <p:cNvPr id="7" name="Google Shape;319;p15">
              <a:extLst>
                <a:ext uri="{FF2B5EF4-FFF2-40B4-BE49-F238E27FC236}">
                  <a16:creationId xmlns:a16="http://schemas.microsoft.com/office/drawing/2014/main" id="{B735EC28-9BFF-EBB4-4D1F-E189823E5FE6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8" name="Google Shape;320;p15">
              <a:extLst>
                <a:ext uri="{FF2B5EF4-FFF2-40B4-BE49-F238E27FC236}">
                  <a16:creationId xmlns:a16="http://schemas.microsoft.com/office/drawing/2014/main" id="{67CDEE60-2530-8E81-FB1B-333ABAAB340F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324;p15">
            <a:extLst>
              <a:ext uri="{FF2B5EF4-FFF2-40B4-BE49-F238E27FC236}">
                <a16:creationId xmlns:a16="http://schemas.microsoft.com/office/drawing/2014/main" id="{C39E7B39-3A81-151A-66FB-B3C5CA1F2550}"/>
              </a:ext>
            </a:extLst>
          </p:cNvPr>
          <p:cNvGrpSpPr/>
          <p:nvPr/>
        </p:nvGrpSpPr>
        <p:grpSpPr>
          <a:xfrm rot="2700000">
            <a:off x="10848454" y="-5574532"/>
            <a:ext cx="2741636" cy="2922462"/>
            <a:chOff x="0" y="-47625"/>
            <a:chExt cx="722077" cy="769702"/>
          </a:xfrm>
        </p:grpSpPr>
        <p:sp>
          <p:nvSpPr>
            <p:cNvPr id="10" name="Google Shape;325;p15">
              <a:extLst>
                <a:ext uri="{FF2B5EF4-FFF2-40B4-BE49-F238E27FC236}">
                  <a16:creationId xmlns:a16="http://schemas.microsoft.com/office/drawing/2014/main" id="{439BA190-F944-C49B-D88F-941C97F2DD31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" name="Google Shape;326;p15">
              <a:extLst>
                <a:ext uri="{FF2B5EF4-FFF2-40B4-BE49-F238E27FC236}">
                  <a16:creationId xmlns:a16="http://schemas.microsoft.com/office/drawing/2014/main" id="{FBFD1005-7C5E-033D-804E-AFDE9F7F15F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360;p16">
            <a:extLst>
              <a:ext uri="{FF2B5EF4-FFF2-40B4-BE49-F238E27FC236}">
                <a16:creationId xmlns:a16="http://schemas.microsoft.com/office/drawing/2014/main" id="{77A5A60A-E91B-6F8C-3623-6AA5EE5ADA96}"/>
              </a:ext>
            </a:extLst>
          </p:cNvPr>
          <p:cNvSpPr txBox="1"/>
          <p:nvPr/>
        </p:nvSpPr>
        <p:spPr>
          <a:xfrm>
            <a:off x="-12198054" y="8496133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</a:rPr>
              <a:t>Supply Chain Management</a:t>
            </a:r>
            <a:r>
              <a:rPr lang="en-US" sz="3200" b="1" dirty="0">
                <a:latin typeface="Anton" pitchFamily="2" charset="0"/>
              </a:rPr>
              <a:t>:</a:t>
            </a:r>
            <a:r>
              <a:rPr lang="en-US" sz="3200" dirty="0">
                <a:latin typeface="Anton" pitchFamily="2" charset="0"/>
              </a:rPr>
              <a:t> </a:t>
            </a:r>
            <a:endParaRPr sz="3200" dirty="0">
              <a:latin typeface="Anton" pitchFamily="2" charset="0"/>
            </a:endParaRPr>
          </a:p>
        </p:txBody>
      </p:sp>
      <p:sp>
        <p:nvSpPr>
          <p:cNvPr id="14" name="Google Shape;363;p16">
            <a:extLst>
              <a:ext uri="{FF2B5EF4-FFF2-40B4-BE49-F238E27FC236}">
                <a16:creationId xmlns:a16="http://schemas.microsoft.com/office/drawing/2014/main" id="{AE57F322-F523-41F6-80EA-20499519AE43}"/>
              </a:ext>
            </a:extLst>
          </p:cNvPr>
          <p:cNvSpPr txBox="1"/>
          <p:nvPr/>
        </p:nvSpPr>
        <p:spPr>
          <a:xfrm>
            <a:off x="-9082222" y="7906956"/>
            <a:ext cx="575732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supply chain is highly efficient, relying on strategic partnerships and just-in-time manufacturing.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Process: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sourcing, Manufacturing coordination, Logistics , Retail distribution.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oogle Shape;369;p16">
            <a:extLst>
              <a:ext uri="{FF2B5EF4-FFF2-40B4-BE49-F238E27FC236}">
                <a16:creationId xmlns:a16="http://schemas.microsoft.com/office/drawing/2014/main" id="{04671644-EAC8-8ECD-2956-AFD00E1FD6D8}"/>
              </a:ext>
            </a:extLst>
          </p:cNvPr>
          <p:cNvGrpSpPr/>
          <p:nvPr/>
        </p:nvGrpSpPr>
        <p:grpSpPr>
          <a:xfrm rot="2700000">
            <a:off x="-12422841" y="11916172"/>
            <a:ext cx="2741636" cy="2922462"/>
            <a:chOff x="0" y="-47625"/>
            <a:chExt cx="722077" cy="769702"/>
          </a:xfrm>
        </p:grpSpPr>
        <p:sp>
          <p:nvSpPr>
            <p:cNvPr id="16" name="Google Shape;370;p16">
              <a:extLst>
                <a:ext uri="{FF2B5EF4-FFF2-40B4-BE49-F238E27FC236}">
                  <a16:creationId xmlns:a16="http://schemas.microsoft.com/office/drawing/2014/main" id="{B9BAB9B6-AB0A-1410-4D94-FFBFFDD71316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7" name="Google Shape;371;p16">
              <a:extLst>
                <a:ext uri="{FF2B5EF4-FFF2-40B4-BE49-F238E27FC236}">
                  <a16:creationId xmlns:a16="http://schemas.microsoft.com/office/drawing/2014/main" id="{CFD6919C-ADBA-CFA3-F610-E7AC61EAE5A0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347;p16">
            <a:extLst>
              <a:ext uri="{FF2B5EF4-FFF2-40B4-BE49-F238E27FC236}">
                <a16:creationId xmlns:a16="http://schemas.microsoft.com/office/drawing/2014/main" id="{FFAB99EF-C2CA-F380-B901-594F0BA4CA35}"/>
              </a:ext>
            </a:extLst>
          </p:cNvPr>
          <p:cNvGrpSpPr/>
          <p:nvPr/>
        </p:nvGrpSpPr>
        <p:grpSpPr>
          <a:xfrm>
            <a:off x="-7855482" y="4504945"/>
            <a:ext cx="2810813" cy="2991639"/>
            <a:chOff x="0" y="-47625"/>
            <a:chExt cx="740296" cy="787921"/>
          </a:xfrm>
        </p:grpSpPr>
        <p:sp>
          <p:nvSpPr>
            <p:cNvPr id="19" name="Google Shape;348;p16">
              <a:extLst>
                <a:ext uri="{FF2B5EF4-FFF2-40B4-BE49-F238E27FC236}">
                  <a16:creationId xmlns:a16="http://schemas.microsoft.com/office/drawing/2014/main" id="{9FB2BB03-E6B8-02A5-A098-4934018F969C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0" name="Google Shape;349;p16">
              <a:extLst>
                <a:ext uri="{FF2B5EF4-FFF2-40B4-BE49-F238E27FC236}">
                  <a16:creationId xmlns:a16="http://schemas.microsoft.com/office/drawing/2014/main" id="{C7DD456E-B111-47E4-0B6B-1B81FBDF71AE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" name="Google Shape;372;p16">
            <a:extLst>
              <a:ext uri="{FF2B5EF4-FFF2-40B4-BE49-F238E27FC236}">
                <a16:creationId xmlns:a16="http://schemas.microsoft.com/office/drawing/2014/main" id="{EE2AFEC2-AED0-FDDB-56A6-EB3ACC178757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-7855482" y="4692140"/>
            <a:ext cx="2810813" cy="281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2" name="Google Shape;350;p16">
            <a:extLst>
              <a:ext uri="{FF2B5EF4-FFF2-40B4-BE49-F238E27FC236}">
                <a16:creationId xmlns:a16="http://schemas.microsoft.com/office/drawing/2014/main" id="{639D01CE-5C29-1394-42EC-53086140B7A0}"/>
              </a:ext>
            </a:extLst>
          </p:cNvPr>
          <p:cNvGrpSpPr/>
          <p:nvPr/>
        </p:nvGrpSpPr>
        <p:grpSpPr>
          <a:xfrm>
            <a:off x="-11311399" y="3651391"/>
            <a:ext cx="2810813" cy="2991639"/>
            <a:chOff x="0" y="-47625"/>
            <a:chExt cx="740296" cy="787921"/>
          </a:xfrm>
        </p:grpSpPr>
        <p:sp>
          <p:nvSpPr>
            <p:cNvPr id="23" name="Google Shape;351;p16">
              <a:extLst>
                <a:ext uri="{FF2B5EF4-FFF2-40B4-BE49-F238E27FC236}">
                  <a16:creationId xmlns:a16="http://schemas.microsoft.com/office/drawing/2014/main" id="{70847FA1-713C-2D69-582E-5CAFCA32FD9C}"/>
                </a:ext>
              </a:extLst>
            </p:cNvPr>
            <p:cNvSpPr/>
            <p:nvPr/>
          </p:nvSpPr>
          <p:spPr>
            <a:xfrm>
              <a:off x="0" y="0"/>
              <a:ext cx="740296" cy="740296"/>
            </a:xfrm>
            <a:custGeom>
              <a:avLst/>
              <a:gdLst/>
              <a:ahLst/>
              <a:cxnLst/>
              <a:rect l="l" t="t" r="r" b="b"/>
              <a:pathLst>
                <a:path w="740296" h="740296" extrusionOk="0">
                  <a:moveTo>
                    <a:pt x="0" y="0"/>
                  </a:moveTo>
                  <a:lnTo>
                    <a:pt x="740296" y="0"/>
                  </a:lnTo>
                  <a:lnTo>
                    <a:pt x="740296" y="740296"/>
                  </a:lnTo>
                  <a:lnTo>
                    <a:pt x="0" y="740296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4" name="Google Shape;352;p16">
              <a:extLst>
                <a:ext uri="{FF2B5EF4-FFF2-40B4-BE49-F238E27FC236}">
                  <a16:creationId xmlns:a16="http://schemas.microsoft.com/office/drawing/2014/main" id="{0EB8B78D-CCFC-3F6E-BEB5-9DE00219652E}"/>
                </a:ext>
              </a:extLst>
            </p:cNvPr>
            <p:cNvSpPr txBox="1"/>
            <p:nvPr/>
          </p:nvSpPr>
          <p:spPr>
            <a:xfrm>
              <a:off x="0" y="-47625"/>
              <a:ext cx="740296" cy="78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361;p16">
            <a:extLst>
              <a:ext uri="{FF2B5EF4-FFF2-40B4-BE49-F238E27FC236}">
                <a16:creationId xmlns:a16="http://schemas.microsoft.com/office/drawing/2014/main" id="{C858CF24-A0E4-D076-AE3E-653BD532B4D7}"/>
              </a:ext>
            </a:extLst>
          </p:cNvPr>
          <p:cNvSpPr txBox="1"/>
          <p:nvPr/>
        </p:nvSpPr>
        <p:spPr>
          <a:xfrm>
            <a:off x="-15152712" y="7638912"/>
            <a:ext cx="229206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nton" pitchFamily="2" charset="0"/>
                <a:cs typeface="Times New Roman" panose="02020603050405020304" pitchFamily="18" charset="0"/>
              </a:rPr>
              <a:t>Marketing and Branding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Google Shape;373;p16">
            <a:extLst>
              <a:ext uri="{FF2B5EF4-FFF2-40B4-BE49-F238E27FC236}">
                <a16:creationId xmlns:a16="http://schemas.microsoft.com/office/drawing/2014/main" id="{D62C74D0-1A39-6C03-1946-2AD083C4EC17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-11311398" y="3832217"/>
            <a:ext cx="2810812" cy="2810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F084A1A-35AB-7685-F5CE-3BF14DACDD0D}"/>
              </a:ext>
            </a:extLst>
          </p:cNvPr>
          <p:cNvSpPr txBox="1"/>
          <p:nvPr/>
        </p:nvSpPr>
        <p:spPr>
          <a:xfrm>
            <a:off x="-12282011" y="7477196"/>
            <a:ext cx="75628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Apple’s marketing and branding focus on simplicity, innovation, and premium quality, building strong customer </a:t>
            </a:r>
          </a:p>
        </p:txBody>
      </p:sp>
    </p:spTree>
    <p:extLst>
      <p:ext uri="{BB962C8B-B14F-4D97-AF65-F5344CB8AC3E}">
        <p14:creationId xmlns:p14="http://schemas.microsoft.com/office/powerpoint/2010/main" val="538772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5"/>
          <p:cNvPicPr preferRelativeResize="0"/>
          <p:nvPr/>
        </p:nvPicPr>
        <p:blipFill>
          <a:blip r:embed="rId3"/>
          <a:srcRect/>
          <a:stretch/>
        </p:blipFill>
        <p:spPr>
          <a:xfrm>
            <a:off x="4865710" y="-909929"/>
            <a:ext cx="17632850" cy="1175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5"/>
          <p:cNvSpPr/>
          <p:nvPr/>
        </p:nvSpPr>
        <p:spPr>
          <a:xfrm rot="18618773">
            <a:off x="1785965" y="-4346900"/>
            <a:ext cx="14275800" cy="33994174"/>
          </a:xfrm>
          <a:custGeom>
            <a:avLst/>
            <a:gdLst/>
            <a:ahLst/>
            <a:cxnLst/>
            <a:rect l="l" t="t" r="r" b="b"/>
            <a:pathLst>
              <a:path w="3759881" h="8953198" extrusionOk="0">
                <a:moveTo>
                  <a:pt x="0" y="0"/>
                </a:moveTo>
                <a:lnTo>
                  <a:pt x="3759881" y="0"/>
                </a:lnTo>
                <a:lnTo>
                  <a:pt x="3759881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grpSp>
        <p:nvGrpSpPr>
          <p:cNvPr id="318" name="Google Shape;318;p15"/>
          <p:cNvGrpSpPr/>
          <p:nvPr/>
        </p:nvGrpSpPr>
        <p:grpSpPr>
          <a:xfrm rot="2700000">
            <a:off x="12787082" y="-1788295"/>
            <a:ext cx="2741636" cy="2922462"/>
            <a:chOff x="0" y="-47625"/>
            <a:chExt cx="722077" cy="769702"/>
          </a:xfrm>
        </p:grpSpPr>
        <p:sp>
          <p:nvSpPr>
            <p:cNvPr id="319" name="Google Shape;319;p1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20" name="Google Shape;320;p15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5"/>
          <p:cNvGrpSpPr/>
          <p:nvPr/>
        </p:nvGrpSpPr>
        <p:grpSpPr>
          <a:xfrm rot="2700000">
            <a:off x="8693390" y="8761837"/>
            <a:ext cx="2741636" cy="2922462"/>
            <a:chOff x="0" y="-47625"/>
            <a:chExt cx="722077" cy="769702"/>
          </a:xfrm>
        </p:grpSpPr>
        <p:sp>
          <p:nvSpPr>
            <p:cNvPr id="322" name="Google Shape;322;p1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23" name="Google Shape;323;p15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5"/>
          <p:cNvGrpSpPr/>
          <p:nvPr/>
        </p:nvGrpSpPr>
        <p:grpSpPr>
          <a:xfrm rot="2700000">
            <a:off x="10848453" y="-2435092"/>
            <a:ext cx="2741636" cy="2922462"/>
            <a:chOff x="0" y="-47625"/>
            <a:chExt cx="722077" cy="769702"/>
          </a:xfrm>
        </p:grpSpPr>
        <p:sp>
          <p:nvSpPr>
            <p:cNvPr id="325" name="Google Shape;325;p1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6" name="Google Shape;326;p15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5"/>
          <p:cNvSpPr txBox="1"/>
          <p:nvPr/>
        </p:nvSpPr>
        <p:spPr>
          <a:xfrm>
            <a:off x="516600" y="153509"/>
            <a:ext cx="530064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Process Analysis</a:t>
            </a:r>
            <a:endParaRPr sz="4800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1A7B5-7A45-1833-1D2B-2A016FA81E40}"/>
              </a:ext>
            </a:extLst>
          </p:cNvPr>
          <p:cNvSpPr txBox="1"/>
          <p:nvPr/>
        </p:nvSpPr>
        <p:spPr>
          <a:xfrm>
            <a:off x="-1828800" y="3352800"/>
            <a:ext cx="6434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172D8-694D-B677-A846-BBF0B7275FE6}"/>
              </a:ext>
            </a:extLst>
          </p:cNvPr>
          <p:cNvSpPr txBox="1"/>
          <p:nvPr/>
        </p:nvSpPr>
        <p:spPr>
          <a:xfrm>
            <a:off x="420974" y="926161"/>
            <a:ext cx="10909406" cy="9610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Process Mapping :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the supply chain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Product development lifecycle.</a:t>
            </a:r>
          </a:p>
          <a:p>
            <a:pPr>
              <a:lnSpc>
                <a:spcPct val="150000"/>
              </a:lnSpc>
            </a:pPr>
            <a:r>
              <a:rPr lang="en-US" sz="31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supply chain process: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Procurement → Assembly → Distribution → Retail/Online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Sales.</a:t>
            </a:r>
          </a:p>
          <a:p>
            <a:pPr>
              <a:lnSpc>
                <a:spcPct val="150000"/>
              </a:lnSpc>
            </a:pPr>
            <a:r>
              <a:rPr lang="en-US" sz="31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 cycle: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Ideation → Prototyping → Testing → Launch.</a:t>
            </a:r>
          </a:p>
          <a:p>
            <a:pPr>
              <a:lnSpc>
                <a:spcPct val="150000"/>
              </a:lnSpc>
            </a:pPr>
            <a:r>
              <a:rPr lang="en-US" sz="3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Identified :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Intense competition from rivals like </a:t>
            </a:r>
            <a:r>
              <a:rPr lang="en-US" sz="3100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</a:t>
            </a: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100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Google.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global supply chains prone to disruptions. High competition in the technology sector.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external suppliers for components.</a:t>
            </a:r>
          </a:p>
          <a:p>
            <a:endParaRPr lang="en-US" dirty="0"/>
          </a:p>
        </p:txBody>
      </p:sp>
      <p:grpSp>
        <p:nvGrpSpPr>
          <p:cNvPr id="3" name="Google Shape;429;p18">
            <a:extLst>
              <a:ext uri="{FF2B5EF4-FFF2-40B4-BE49-F238E27FC236}">
                <a16:creationId xmlns:a16="http://schemas.microsoft.com/office/drawing/2014/main" id="{9A383622-6A29-E693-7713-A1DE3E7C219A}"/>
              </a:ext>
            </a:extLst>
          </p:cNvPr>
          <p:cNvGrpSpPr/>
          <p:nvPr/>
        </p:nvGrpSpPr>
        <p:grpSpPr>
          <a:xfrm rot="2700000">
            <a:off x="30272041" y="-1146277"/>
            <a:ext cx="2017192" cy="2082107"/>
            <a:chOff x="0" y="-47625"/>
            <a:chExt cx="531277" cy="548374"/>
          </a:xfrm>
        </p:grpSpPr>
        <p:sp>
          <p:nvSpPr>
            <p:cNvPr id="4" name="Google Shape;430;p18">
              <a:extLst>
                <a:ext uri="{FF2B5EF4-FFF2-40B4-BE49-F238E27FC236}">
                  <a16:creationId xmlns:a16="http://schemas.microsoft.com/office/drawing/2014/main" id="{69473A74-FAD7-86FE-C20C-526ECEC0A71D}"/>
                </a:ext>
              </a:extLst>
            </p:cNvPr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" name="Google Shape;431;p18">
              <a:extLst>
                <a:ext uri="{FF2B5EF4-FFF2-40B4-BE49-F238E27FC236}">
                  <a16:creationId xmlns:a16="http://schemas.microsoft.com/office/drawing/2014/main" id="{3A429403-47F4-3DF2-F95F-DCED998C06CD}"/>
                </a:ext>
              </a:extLst>
            </p:cNvPr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oogle Shape;432;p18">
            <a:extLst>
              <a:ext uri="{FF2B5EF4-FFF2-40B4-BE49-F238E27FC236}">
                <a16:creationId xmlns:a16="http://schemas.microsoft.com/office/drawing/2014/main" id="{38EF4240-2AC4-8EF5-3111-AA455C61903A}"/>
              </a:ext>
            </a:extLst>
          </p:cNvPr>
          <p:cNvGrpSpPr/>
          <p:nvPr/>
        </p:nvGrpSpPr>
        <p:grpSpPr>
          <a:xfrm rot="2700000">
            <a:off x="37620277" y="1442166"/>
            <a:ext cx="2741636" cy="2922462"/>
            <a:chOff x="0" y="-47625"/>
            <a:chExt cx="722077" cy="769702"/>
          </a:xfrm>
        </p:grpSpPr>
        <p:sp>
          <p:nvSpPr>
            <p:cNvPr id="8" name="Google Shape;433;p18">
              <a:extLst>
                <a:ext uri="{FF2B5EF4-FFF2-40B4-BE49-F238E27FC236}">
                  <a16:creationId xmlns:a16="http://schemas.microsoft.com/office/drawing/2014/main" id="{EB167441-EDA0-1768-D858-B88A0DC87F44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9" name="Google Shape;434;p18">
              <a:extLst>
                <a:ext uri="{FF2B5EF4-FFF2-40B4-BE49-F238E27FC236}">
                  <a16:creationId xmlns:a16="http://schemas.microsoft.com/office/drawing/2014/main" id="{8BB447FE-2DD9-BFDA-EA21-60892C03261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435;p18">
            <a:extLst>
              <a:ext uri="{FF2B5EF4-FFF2-40B4-BE49-F238E27FC236}">
                <a16:creationId xmlns:a16="http://schemas.microsoft.com/office/drawing/2014/main" id="{41B06B79-EEF0-9902-7B46-AEE07F58D792}"/>
              </a:ext>
            </a:extLst>
          </p:cNvPr>
          <p:cNvGrpSpPr/>
          <p:nvPr/>
        </p:nvGrpSpPr>
        <p:grpSpPr>
          <a:xfrm rot="2700000">
            <a:off x="4996462" y="17338616"/>
            <a:ext cx="2741636" cy="2922462"/>
            <a:chOff x="0" y="-47625"/>
            <a:chExt cx="722077" cy="769702"/>
          </a:xfrm>
        </p:grpSpPr>
        <p:sp>
          <p:nvSpPr>
            <p:cNvPr id="11" name="Google Shape;436;p18">
              <a:extLst>
                <a:ext uri="{FF2B5EF4-FFF2-40B4-BE49-F238E27FC236}">
                  <a16:creationId xmlns:a16="http://schemas.microsoft.com/office/drawing/2014/main" id="{D7778D54-3710-06C9-5754-205517133CF6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2" name="Google Shape;437;p18">
              <a:extLst>
                <a:ext uri="{FF2B5EF4-FFF2-40B4-BE49-F238E27FC236}">
                  <a16:creationId xmlns:a16="http://schemas.microsoft.com/office/drawing/2014/main" id="{48175CAC-A928-4B2D-C02C-567C6ABB073D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438;p18">
            <a:extLst>
              <a:ext uri="{FF2B5EF4-FFF2-40B4-BE49-F238E27FC236}">
                <a16:creationId xmlns:a16="http://schemas.microsoft.com/office/drawing/2014/main" id="{3C380F22-07CE-0E4A-80D9-817DB0231313}"/>
              </a:ext>
            </a:extLst>
          </p:cNvPr>
          <p:cNvGrpSpPr/>
          <p:nvPr/>
        </p:nvGrpSpPr>
        <p:grpSpPr>
          <a:xfrm rot="2700000">
            <a:off x="32377177" y="9671766"/>
            <a:ext cx="2741636" cy="2922462"/>
            <a:chOff x="0" y="-47625"/>
            <a:chExt cx="722077" cy="769702"/>
          </a:xfrm>
        </p:grpSpPr>
        <p:sp>
          <p:nvSpPr>
            <p:cNvPr id="14" name="Google Shape;439;p18">
              <a:extLst>
                <a:ext uri="{FF2B5EF4-FFF2-40B4-BE49-F238E27FC236}">
                  <a16:creationId xmlns:a16="http://schemas.microsoft.com/office/drawing/2014/main" id="{FF34BA9A-3A85-BDB4-DAD9-FE5B01D3F2D7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5" name="Google Shape;440;p18">
              <a:extLst>
                <a:ext uri="{FF2B5EF4-FFF2-40B4-BE49-F238E27FC236}">
                  <a16:creationId xmlns:a16="http://schemas.microsoft.com/office/drawing/2014/main" id="{9839284C-14CB-5E25-2343-684BA2898978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441;p18">
            <a:extLst>
              <a:ext uri="{FF2B5EF4-FFF2-40B4-BE49-F238E27FC236}">
                <a16:creationId xmlns:a16="http://schemas.microsoft.com/office/drawing/2014/main" id="{096475A1-B899-B8FD-8B92-53D41E8A870A}"/>
              </a:ext>
            </a:extLst>
          </p:cNvPr>
          <p:cNvSpPr txBox="1"/>
          <p:nvPr/>
        </p:nvSpPr>
        <p:spPr>
          <a:xfrm>
            <a:off x="5211704" y="-9545190"/>
            <a:ext cx="5562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  <a:cs typeface="Times New Roman" panose="02020603050405020304" pitchFamily="18" charset="0"/>
              </a:rPr>
              <a:t>Business Intelligence Tools </a:t>
            </a:r>
            <a:endParaRPr sz="4800" dirty="0">
              <a:latin typeface="Anton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443;p18">
            <a:extLst>
              <a:ext uri="{FF2B5EF4-FFF2-40B4-BE49-F238E27FC236}">
                <a16:creationId xmlns:a16="http://schemas.microsoft.com/office/drawing/2014/main" id="{9E6F647A-DFC7-376B-FF1D-AB78F8F5E0A5}"/>
              </a:ext>
            </a:extLst>
          </p:cNvPr>
          <p:cNvSpPr txBox="1"/>
          <p:nvPr/>
        </p:nvSpPr>
        <p:spPr>
          <a:xfrm>
            <a:off x="30988620" y="3951481"/>
            <a:ext cx="403275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446;p18">
            <a:extLst>
              <a:ext uri="{FF2B5EF4-FFF2-40B4-BE49-F238E27FC236}">
                <a16:creationId xmlns:a16="http://schemas.microsoft.com/office/drawing/2014/main" id="{778095AE-6EAA-9BDB-AA07-97D49B72D199}"/>
              </a:ext>
            </a:extLst>
          </p:cNvPr>
          <p:cNvSpPr txBox="1"/>
          <p:nvPr/>
        </p:nvSpPr>
        <p:spPr>
          <a:xfrm>
            <a:off x="7167767" y="-6509837"/>
            <a:ext cx="32559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and Power BI</a:t>
            </a:r>
            <a:r>
              <a:rPr lang="en-US" sz="2800" b="1" dirty="0"/>
              <a:t>:</a:t>
            </a:r>
            <a:endParaRPr sz="2800" b="1" dirty="0"/>
          </a:p>
        </p:txBody>
      </p:sp>
      <p:sp>
        <p:nvSpPr>
          <p:cNvPr id="19" name="Google Shape;447;p18">
            <a:extLst>
              <a:ext uri="{FF2B5EF4-FFF2-40B4-BE49-F238E27FC236}">
                <a16:creationId xmlns:a16="http://schemas.microsoft.com/office/drawing/2014/main" id="{05FEAC48-3F0B-8D97-0FEA-CFAE1336A148}"/>
              </a:ext>
            </a:extLst>
          </p:cNvPr>
          <p:cNvSpPr txBox="1"/>
          <p:nvPr/>
        </p:nvSpPr>
        <p:spPr>
          <a:xfrm>
            <a:off x="30954750" y="4818002"/>
            <a:ext cx="32559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sp>
        <p:nvSpPr>
          <p:cNvPr id="20" name="Google Shape;448;p18">
            <a:extLst>
              <a:ext uri="{FF2B5EF4-FFF2-40B4-BE49-F238E27FC236}">
                <a16:creationId xmlns:a16="http://schemas.microsoft.com/office/drawing/2014/main" id="{319B0140-208D-C8C3-7F7C-B0AE4496DB18}"/>
              </a:ext>
            </a:extLst>
          </p:cNvPr>
          <p:cNvSpPr txBox="1"/>
          <p:nvPr/>
        </p:nvSpPr>
        <p:spPr>
          <a:xfrm>
            <a:off x="9612748" y="15509371"/>
            <a:ext cx="487683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</a:t>
            </a:r>
            <a:r>
              <a:rPr lang="en-US" sz="2800" dirty="0"/>
              <a:t>:</a:t>
            </a:r>
            <a:endParaRPr sz="2800" dirty="0"/>
          </a:p>
        </p:txBody>
      </p:sp>
      <p:grpSp>
        <p:nvGrpSpPr>
          <p:cNvPr id="21" name="Google Shape;450;p18">
            <a:extLst>
              <a:ext uri="{FF2B5EF4-FFF2-40B4-BE49-F238E27FC236}">
                <a16:creationId xmlns:a16="http://schemas.microsoft.com/office/drawing/2014/main" id="{7F820494-34BA-8C76-DC89-238EA5F0A597}"/>
              </a:ext>
            </a:extLst>
          </p:cNvPr>
          <p:cNvGrpSpPr/>
          <p:nvPr/>
        </p:nvGrpSpPr>
        <p:grpSpPr>
          <a:xfrm rot="2700000">
            <a:off x="34315806" y="9047173"/>
            <a:ext cx="2741636" cy="2922462"/>
            <a:chOff x="0" y="-47625"/>
            <a:chExt cx="722077" cy="769702"/>
          </a:xfrm>
        </p:grpSpPr>
        <p:sp>
          <p:nvSpPr>
            <p:cNvPr id="22" name="Google Shape;451;p18">
              <a:extLst>
                <a:ext uri="{FF2B5EF4-FFF2-40B4-BE49-F238E27FC236}">
                  <a16:creationId xmlns:a16="http://schemas.microsoft.com/office/drawing/2014/main" id="{36205ACB-D00B-C2F8-F8EF-BBA5AE4F32FE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3" name="Google Shape;452;p18">
              <a:extLst>
                <a:ext uri="{FF2B5EF4-FFF2-40B4-BE49-F238E27FC236}">
                  <a16:creationId xmlns:a16="http://schemas.microsoft.com/office/drawing/2014/main" id="{42257D2D-8295-58CD-9842-2C14831B6BCB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" name="Google Shape;453;p18">
            <a:extLst>
              <a:ext uri="{FF2B5EF4-FFF2-40B4-BE49-F238E27FC236}">
                <a16:creationId xmlns:a16="http://schemas.microsoft.com/office/drawing/2014/main" id="{F554B74E-941C-8ED3-B753-37A6E2CD0B0E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4688149" y="-6509505"/>
            <a:ext cx="2258181" cy="225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54;p18">
            <a:extLst>
              <a:ext uri="{FF2B5EF4-FFF2-40B4-BE49-F238E27FC236}">
                <a16:creationId xmlns:a16="http://schemas.microsoft.com/office/drawing/2014/main" id="{ACD7D85F-7B6C-8697-DB99-DF024CA621F7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7166873" y="15420185"/>
            <a:ext cx="2258180" cy="225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455;p18">
            <a:extLst>
              <a:ext uri="{FF2B5EF4-FFF2-40B4-BE49-F238E27FC236}">
                <a16:creationId xmlns:a16="http://schemas.microsoft.com/office/drawing/2014/main" id="{99496FDA-A4E1-0369-742E-8CF041B9247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38306" y="4213863"/>
            <a:ext cx="1596866" cy="1559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55;p18">
            <a:extLst>
              <a:ext uri="{FF2B5EF4-FFF2-40B4-BE49-F238E27FC236}">
                <a16:creationId xmlns:a16="http://schemas.microsoft.com/office/drawing/2014/main" id="{BCDE0410-1BE4-28B7-041F-78D8F1D587A8}"/>
              </a:ext>
            </a:extLst>
          </p:cNvPr>
          <p:cNvPicPr preferRelativeResize="0"/>
          <p:nvPr/>
        </p:nvPicPr>
        <p:blipFill>
          <a:blip r:embed="rId7"/>
          <a:srcRect/>
          <a:stretch/>
        </p:blipFill>
        <p:spPr>
          <a:xfrm>
            <a:off x="28441107" y="3941437"/>
            <a:ext cx="2293100" cy="2259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365;p16">
            <a:extLst>
              <a:ext uri="{FF2B5EF4-FFF2-40B4-BE49-F238E27FC236}">
                <a16:creationId xmlns:a16="http://schemas.microsoft.com/office/drawing/2014/main" id="{30FDD207-114E-FCD0-2FCA-46309F81A1F2}"/>
              </a:ext>
            </a:extLst>
          </p:cNvPr>
          <p:cNvSpPr txBox="1"/>
          <p:nvPr/>
        </p:nvSpPr>
        <p:spPr>
          <a:xfrm>
            <a:off x="7166873" y="-5659535"/>
            <a:ext cx="559746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tracking global sales, inventory, and performance KPIs.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365;p16">
            <a:extLst>
              <a:ext uri="{FF2B5EF4-FFF2-40B4-BE49-F238E27FC236}">
                <a16:creationId xmlns:a16="http://schemas.microsoft.com/office/drawing/2014/main" id="{185CB805-DF11-3F66-0C32-7E8EAFCD143E}"/>
              </a:ext>
            </a:extLst>
          </p:cNvPr>
          <p:cNvSpPr txBox="1"/>
          <p:nvPr/>
        </p:nvSpPr>
        <p:spPr>
          <a:xfrm>
            <a:off x="31024119" y="4530078"/>
            <a:ext cx="4704051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helps Apple forecast demand and personalize experiences, ensuring smarter decisions and market leadership.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65;p16">
            <a:extLst>
              <a:ext uri="{FF2B5EF4-FFF2-40B4-BE49-F238E27FC236}">
                <a16:creationId xmlns:a16="http://schemas.microsoft.com/office/drawing/2014/main" id="{797C4B0B-78D7-0556-8763-5E709200869C}"/>
              </a:ext>
            </a:extLst>
          </p:cNvPr>
          <p:cNvSpPr txBox="1"/>
          <p:nvPr/>
        </p:nvSpPr>
        <p:spPr>
          <a:xfrm>
            <a:off x="9613427" y="16071023"/>
            <a:ext cx="519473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 helps Apple analyze past performance to identify trends, improve operations, and enhance customer satisfaction.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99;p15">
            <a:extLst>
              <a:ext uri="{FF2B5EF4-FFF2-40B4-BE49-F238E27FC236}">
                <a16:creationId xmlns:a16="http://schemas.microsoft.com/office/drawing/2014/main" id="{A5897714-FDC4-9237-4464-51AAEEBAFFA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8625142" y="-11792327"/>
            <a:ext cx="17632850" cy="1175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1;p15">
            <a:extLst>
              <a:ext uri="{FF2B5EF4-FFF2-40B4-BE49-F238E27FC236}">
                <a16:creationId xmlns:a16="http://schemas.microsoft.com/office/drawing/2014/main" id="{150F51C4-474C-2436-05F6-924EE0376C88}"/>
              </a:ext>
            </a:extLst>
          </p:cNvPr>
          <p:cNvSpPr/>
          <p:nvPr/>
        </p:nvSpPr>
        <p:spPr>
          <a:xfrm rot="18618773">
            <a:off x="-8893742" y="2612734"/>
            <a:ext cx="14275800" cy="33994174"/>
          </a:xfrm>
          <a:custGeom>
            <a:avLst/>
            <a:gdLst/>
            <a:ahLst/>
            <a:cxnLst/>
            <a:rect l="l" t="t" r="r" b="b"/>
            <a:pathLst>
              <a:path w="3759881" h="8953198" extrusionOk="0">
                <a:moveTo>
                  <a:pt x="0" y="0"/>
                </a:moveTo>
                <a:lnTo>
                  <a:pt x="3759881" y="0"/>
                </a:lnTo>
                <a:lnTo>
                  <a:pt x="3759881" y="8953198"/>
                </a:lnTo>
                <a:lnTo>
                  <a:pt x="0" y="8953198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grpSp>
        <p:nvGrpSpPr>
          <p:cNvPr id="426" name="Google Shape;426;p18"/>
          <p:cNvGrpSpPr/>
          <p:nvPr/>
        </p:nvGrpSpPr>
        <p:grpSpPr>
          <a:xfrm rot="-2981227">
            <a:off x="17102846" y="-14810372"/>
            <a:ext cx="14275800" cy="34175000"/>
            <a:chOff x="0" y="-47625"/>
            <a:chExt cx="3759881" cy="9000823"/>
          </a:xfrm>
        </p:grpSpPr>
        <p:sp>
          <p:nvSpPr>
            <p:cNvPr id="427" name="Google Shape;427;p18"/>
            <p:cNvSpPr/>
            <p:nvPr/>
          </p:nvSpPr>
          <p:spPr>
            <a:xfrm>
              <a:off x="0" y="0"/>
              <a:ext cx="3759881" cy="8953198"/>
            </a:xfrm>
            <a:custGeom>
              <a:avLst/>
              <a:gdLst/>
              <a:ahLst/>
              <a:cxnLst/>
              <a:rect l="l" t="t" r="r" b="b"/>
              <a:pathLst>
                <a:path w="3759881" h="895319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28" name="Google Shape;428;p18"/>
            <p:cNvSpPr txBox="1"/>
            <p:nvPr/>
          </p:nvSpPr>
          <p:spPr>
            <a:xfrm>
              <a:off x="0" y="-47625"/>
              <a:ext cx="3759881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8"/>
          <p:cNvGrpSpPr/>
          <p:nvPr/>
        </p:nvGrpSpPr>
        <p:grpSpPr>
          <a:xfrm rot="2700000">
            <a:off x="9970020" y="-1146277"/>
            <a:ext cx="2017192" cy="2082107"/>
            <a:chOff x="0" y="-47625"/>
            <a:chExt cx="531277" cy="548374"/>
          </a:xfrm>
        </p:grpSpPr>
        <p:sp>
          <p:nvSpPr>
            <p:cNvPr id="430" name="Google Shape;430;p18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31" name="Google Shape;431;p18"/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 rot="2700000">
            <a:off x="17318256" y="1442166"/>
            <a:ext cx="2741636" cy="2922462"/>
            <a:chOff x="0" y="-47625"/>
            <a:chExt cx="722077" cy="769702"/>
          </a:xfrm>
        </p:grpSpPr>
        <p:sp>
          <p:nvSpPr>
            <p:cNvPr id="433" name="Google Shape;433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4" name="Google Shape;434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8"/>
          <p:cNvGrpSpPr/>
          <p:nvPr/>
        </p:nvGrpSpPr>
        <p:grpSpPr>
          <a:xfrm rot="2700000">
            <a:off x="-1672614" y="8761837"/>
            <a:ext cx="2741636" cy="2922462"/>
            <a:chOff x="0" y="-47625"/>
            <a:chExt cx="722077" cy="769702"/>
          </a:xfrm>
        </p:grpSpPr>
        <p:sp>
          <p:nvSpPr>
            <p:cNvPr id="436" name="Google Shape;436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7" name="Google Shape;437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18"/>
          <p:cNvGrpSpPr/>
          <p:nvPr/>
        </p:nvGrpSpPr>
        <p:grpSpPr>
          <a:xfrm rot="2700000">
            <a:off x="12075156" y="9671766"/>
            <a:ext cx="2741636" cy="2922462"/>
            <a:chOff x="0" y="-47625"/>
            <a:chExt cx="722077" cy="769702"/>
          </a:xfrm>
        </p:grpSpPr>
        <p:sp>
          <p:nvSpPr>
            <p:cNvPr id="439" name="Google Shape;439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40" name="Google Shape;440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8"/>
          <p:cNvSpPr txBox="1"/>
          <p:nvPr/>
        </p:nvSpPr>
        <p:spPr>
          <a:xfrm>
            <a:off x="961649" y="842752"/>
            <a:ext cx="5562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  <a:cs typeface="Times New Roman" panose="02020603050405020304" pitchFamily="18" charset="0"/>
              </a:rPr>
              <a:t>Business Intelligence Tools </a:t>
            </a:r>
            <a:endParaRPr sz="4800" dirty="0">
              <a:latin typeface="Anton" pitchFamily="2" charset="0"/>
              <a:cs typeface="Times New Roman" panose="02020603050405020304" pitchFamily="18" charset="0"/>
            </a:endParaRPr>
          </a:p>
        </p:txBody>
      </p:sp>
      <p:sp>
        <p:nvSpPr>
          <p:cNvPr id="443" name="Google Shape;443;p18"/>
          <p:cNvSpPr txBox="1"/>
          <p:nvPr/>
        </p:nvSpPr>
        <p:spPr>
          <a:xfrm>
            <a:off x="10686599" y="3951481"/>
            <a:ext cx="403275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6" name="Google Shape;446;p18"/>
          <p:cNvSpPr txBox="1"/>
          <p:nvPr/>
        </p:nvSpPr>
        <p:spPr>
          <a:xfrm>
            <a:off x="2917712" y="3878105"/>
            <a:ext cx="32559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and Power BI</a:t>
            </a:r>
            <a:r>
              <a:rPr lang="en-US" sz="2800" b="1" dirty="0"/>
              <a:t>:</a:t>
            </a:r>
            <a:endParaRPr sz="2800" b="1" dirty="0"/>
          </a:p>
        </p:txBody>
      </p:sp>
      <p:sp>
        <p:nvSpPr>
          <p:cNvPr id="447" name="Google Shape;447;p18"/>
          <p:cNvSpPr txBox="1"/>
          <p:nvPr/>
        </p:nvSpPr>
        <p:spPr>
          <a:xfrm>
            <a:off x="10652729" y="4818002"/>
            <a:ext cx="32559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A38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sp>
        <p:nvSpPr>
          <p:cNvPr id="448" name="Google Shape;448;p18"/>
          <p:cNvSpPr txBox="1"/>
          <p:nvPr/>
        </p:nvSpPr>
        <p:spPr>
          <a:xfrm>
            <a:off x="2943672" y="6932592"/>
            <a:ext cx="487683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</a:t>
            </a:r>
            <a:r>
              <a:rPr lang="en-US" sz="2800" dirty="0"/>
              <a:t>:</a:t>
            </a:r>
            <a:endParaRPr sz="2800" dirty="0"/>
          </a:p>
        </p:txBody>
      </p:sp>
      <p:grpSp>
        <p:nvGrpSpPr>
          <p:cNvPr id="450" name="Google Shape;450;p18"/>
          <p:cNvGrpSpPr/>
          <p:nvPr/>
        </p:nvGrpSpPr>
        <p:grpSpPr>
          <a:xfrm rot="2700000">
            <a:off x="14013785" y="9047173"/>
            <a:ext cx="2741636" cy="2922462"/>
            <a:chOff x="0" y="-47625"/>
            <a:chExt cx="722077" cy="769702"/>
          </a:xfrm>
        </p:grpSpPr>
        <p:sp>
          <p:nvSpPr>
            <p:cNvPr id="451" name="Google Shape;451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52" name="Google Shape;452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3" name="Google Shape;453;p18"/>
          <p:cNvPicPr preferRelativeResize="0"/>
          <p:nvPr/>
        </p:nvPicPr>
        <p:blipFill>
          <a:blip r:embed="rId4"/>
          <a:srcRect/>
          <a:stretch/>
        </p:blipFill>
        <p:spPr>
          <a:xfrm>
            <a:off x="438094" y="3878437"/>
            <a:ext cx="2258181" cy="225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8"/>
          <p:cNvPicPr preferRelativeResize="0"/>
          <p:nvPr/>
        </p:nvPicPr>
        <p:blipFill>
          <a:blip r:embed="rId5"/>
          <a:srcRect/>
          <a:stretch/>
        </p:blipFill>
        <p:spPr>
          <a:xfrm>
            <a:off x="497797" y="6843406"/>
            <a:ext cx="2258180" cy="225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36285" y="4213863"/>
            <a:ext cx="1596866" cy="1559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55;p18">
            <a:extLst>
              <a:ext uri="{FF2B5EF4-FFF2-40B4-BE49-F238E27FC236}">
                <a16:creationId xmlns:a16="http://schemas.microsoft.com/office/drawing/2014/main" id="{88AD253B-B68F-2446-6D54-BD012630EF1F}"/>
              </a:ext>
            </a:extLst>
          </p:cNvPr>
          <p:cNvPicPr preferRelativeResize="0"/>
          <p:nvPr/>
        </p:nvPicPr>
        <p:blipFill>
          <a:blip r:embed="rId7"/>
          <a:srcRect/>
          <a:stretch/>
        </p:blipFill>
        <p:spPr>
          <a:xfrm>
            <a:off x="8139086" y="3941437"/>
            <a:ext cx="2293100" cy="22591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5;p16">
            <a:extLst>
              <a:ext uri="{FF2B5EF4-FFF2-40B4-BE49-F238E27FC236}">
                <a16:creationId xmlns:a16="http://schemas.microsoft.com/office/drawing/2014/main" id="{2450A300-0C2E-4D97-C6DC-F5FAEAAF7B71}"/>
              </a:ext>
            </a:extLst>
          </p:cNvPr>
          <p:cNvSpPr txBox="1"/>
          <p:nvPr/>
        </p:nvSpPr>
        <p:spPr>
          <a:xfrm>
            <a:off x="2916818" y="4728407"/>
            <a:ext cx="559746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tracking global sales, inventory, and performance KPIs.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365;p16">
            <a:extLst>
              <a:ext uri="{FF2B5EF4-FFF2-40B4-BE49-F238E27FC236}">
                <a16:creationId xmlns:a16="http://schemas.microsoft.com/office/drawing/2014/main" id="{DBFFACD0-C195-8DF8-A2A2-090AA73CEF5B}"/>
              </a:ext>
            </a:extLst>
          </p:cNvPr>
          <p:cNvSpPr txBox="1"/>
          <p:nvPr/>
        </p:nvSpPr>
        <p:spPr>
          <a:xfrm>
            <a:off x="10722098" y="4530078"/>
            <a:ext cx="4704051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helps Apple forecast demand and personalize experiences, ensuring smarter decisions and market leadership.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365;p16">
            <a:extLst>
              <a:ext uri="{FF2B5EF4-FFF2-40B4-BE49-F238E27FC236}">
                <a16:creationId xmlns:a16="http://schemas.microsoft.com/office/drawing/2014/main" id="{17A069D3-C8AC-449F-F11F-710F78E8FE28}"/>
              </a:ext>
            </a:extLst>
          </p:cNvPr>
          <p:cNvSpPr txBox="1"/>
          <p:nvPr/>
        </p:nvSpPr>
        <p:spPr>
          <a:xfrm>
            <a:off x="2944351" y="7494244"/>
            <a:ext cx="519473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 helps Apple analyze past performance to identify trends, improve operations, and enhance customer satisfaction.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299;p15">
            <a:extLst>
              <a:ext uri="{FF2B5EF4-FFF2-40B4-BE49-F238E27FC236}">
                <a16:creationId xmlns:a16="http://schemas.microsoft.com/office/drawing/2014/main" id="{1C11874F-8137-5DD2-8ADD-837E41DA3C3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-18441650" y="-52124"/>
            <a:ext cx="17632850" cy="117510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429;p18">
            <a:extLst>
              <a:ext uri="{FF2B5EF4-FFF2-40B4-BE49-F238E27FC236}">
                <a16:creationId xmlns:a16="http://schemas.microsoft.com/office/drawing/2014/main" id="{498D0594-4CB0-8AF2-16DB-028DA89D0CB6}"/>
              </a:ext>
            </a:extLst>
          </p:cNvPr>
          <p:cNvGrpSpPr/>
          <p:nvPr/>
        </p:nvGrpSpPr>
        <p:grpSpPr>
          <a:xfrm rot="2700000">
            <a:off x="28177341" y="1743"/>
            <a:ext cx="2017192" cy="2082107"/>
            <a:chOff x="0" y="-47625"/>
            <a:chExt cx="531277" cy="548374"/>
          </a:xfrm>
        </p:grpSpPr>
        <p:sp>
          <p:nvSpPr>
            <p:cNvPr id="35" name="Google Shape;430;p18">
              <a:extLst>
                <a:ext uri="{FF2B5EF4-FFF2-40B4-BE49-F238E27FC236}">
                  <a16:creationId xmlns:a16="http://schemas.microsoft.com/office/drawing/2014/main" id="{E23C9648-98E8-0446-55C7-5402A6B3ED8B}"/>
                </a:ext>
              </a:extLst>
            </p:cNvPr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6" name="Google Shape;431;p18">
              <a:extLst>
                <a:ext uri="{FF2B5EF4-FFF2-40B4-BE49-F238E27FC236}">
                  <a16:creationId xmlns:a16="http://schemas.microsoft.com/office/drawing/2014/main" id="{C7306C2B-E8EA-6183-ED11-68DBFB8FE54B}"/>
                </a:ext>
              </a:extLst>
            </p:cNvPr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432;p18">
            <a:extLst>
              <a:ext uri="{FF2B5EF4-FFF2-40B4-BE49-F238E27FC236}">
                <a16:creationId xmlns:a16="http://schemas.microsoft.com/office/drawing/2014/main" id="{D6DA2F6C-CEB0-7FB3-34FC-502BE0976770}"/>
              </a:ext>
            </a:extLst>
          </p:cNvPr>
          <p:cNvGrpSpPr/>
          <p:nvPr/>
        </p:nvGrpSpPr>
        <p:grpSpPr>
          <a:xfrm rot="2700000">
            <a:off x="35525577" y="2590186"/>
            <a:ext cx="2741636" cy="2922462"/>
            <a:chOff x="0" y="-47625"/>
            <a:chExt cx="722077" cy="769702"/>
          </a:xfrm>
        </p:grpSpPr>
        <p:sp>
          <p:nvSpPr>
            <p:cNvPr id="38" name="Google Shape;433;p18">
              <a:extLst>
                <a:ext uri="{FF2B5EF4-FFF2-40B4-BE49-F238E27FC236}">
                  <a16:creationId xmlns:a16="http://schemas.microsoft.com/office/drawing/2014/main" id="{0086AF63-977B-8FC1-F406-1B29147F7069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9" name="Google Shape;434;p18">
              <a:extLst>
                <a:ext uri="{FF2B5EF4-FFF2-40B4-BE49-F238E27FC236}">
                  <a16:creationId xmlns:a16="http://schemas.microsoft.com/office/drawing/2014/main" id="{C7616538-4F0F-7085-0EB9-072AB790A6A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35;p18">
            <a:extLst>
              <a:ext uri="{FF2B5EF4-FFF2-40B4-BE49-F238E27FC236}">
                <a16:creationId xmlns:a16="http://schemas.microsoft.com/office/drawing/2014/main" id="{8EBF6691-8D0D-104E-E943-AF4724DD41E2}"/>
              </a:ext>
            </a:extLst>
          </p:cNvPr>
          <p:cNvGrpSpPr/>
          <p:nvPr/>
        </p:nvGrpSpPr>
        <p:grpSpPr>
          <a:xfrm rot="2700000">
            <a:off x="945350" y="16217494"/>
            <a:ext cx="2741636" cy="2922462"/>
            <a:chOff x="0" y="-47625"/>
            <a:chExt cx="722077" cy="769702"/>
          </a:xfrm>
        </p:grpSpPr>
        <p:sp>
          <p:nvSpPr>
            <p:cNvPr id="41" name="Google Shape;436;p18">
              <a:extLst>
                <a:ext uri="{FF2B5EF4-FFF2-40B4-BE49-F238E27FC236}">
                  <a16:creationId xmlns:a16="http://schemas.microsoft.com/office/drawing/2014/main" id="{3199CA3A-3337-CBB2-96A4-58126DDA6733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2" name="Google Shape;437;p18">
              <a:extLst>
                <a:ext uri="{FF2B5EF4-FFF2-40B4-BE49-F238E27FC236}">
                  <a16:creationId xmlns:a16="http://schemas.microsoft.com/office/drawing/2014/main" id="{28D441AE-7DAF-80DB-D4DC-43E4B7839F8E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8;p18">
            <a:extLst>
              <a:ext uri="{FF2B5EF4-FFF2-40B4-BE49-F238E27FC236}">
                <a16:creationId xmlns:a16="http://schemas.microsoft.com/office/drawing/2014/main" id="{8C44C3D0-F6D3-7871-209A-CE2E638E5CEF}"/>
              </a:ext>
            </a:extLst>
          </p:cNvPr>
          <p:cNvGrpSpPr/>
          <p:nvPr/>
        </p:nvGrpSpPr>
        <p:grpSpPr>
          <a:xfrm rot="2700000">
            <a:off x="30282477" y="10819786"/>
            <a:ext cx="2741636" cy="2922462"/>
            <a:chOff x="0" y="-47625"/>
            <a:chExt cx="722077" cy="769702"/>
          </a:xfrm>
        </p:grpSpPr>
        <p:sp>
          <p:nvSpPr>
            <p:cNvPr id="44" name="Google Shape;439;p18">
              <a:extLst>
                <a:ext uri="{FF2B5EF4-FFF2-40B4-BE49-F238E27FC236}">
                  <a16:creationId xmlns:a16="http://schemas.microsoft.com/office/drawing/2014/main" id="{4176DB75-0F04-FFFC-2574-93F2419236F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5" name="Google Shape;440;p18">
              <a:extLst>
                <a:ext uri="{FF2B5EF4-FFF2-40B4-BE49-F238E27FC236}">
                  <a16:creationId xmlns:a16="http://schemas.microsoft.com/office/drawing/2014/main" id="{9613BD2D-E006-BFFE-71E1-A38DE797D054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41;p18">
            <a:extLst>
              <a:ext uri="{FF2B5EF4-FFF2-40B4-BE49-F238E27FC236}">
                <a16:creationId xmlns:a16="http://schemas.microsoft.com/office/drawing/2014/main" id="{5616678E-C607-A62C-BDDB-E0B7FDA6FD24}"/>
              </a:ext>
            </a:extLst>
          </p:cNvPr>
          <p:cNvSpPr txBox="1"/>
          <p:nvPr/>
        </p:nvSpPr>
        <p:spPr>
          <a:xfrm>
            <a:off x="785308" y="-7606071"/>
            <a:ext cx="5562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Emerging Technologies</a:t>
            </a:r>
            <a:endParaRPr sz="4800" dirty="0">
              <a:latin typeface="Anton" pitchFamily="2" charset="0"/>
              <a:cs typeface="Times New Roman" panose="02020603050405020304" pitchFamily="18" charset="0"/>
            </a:endParaRPr>
          </a:p>
        </p:txBody>
      </p:sp>
      <p:sp>
        <p:nvSpPr>
          <p:cNvPr id="47" name="Google Shape;443;p18">
            <a:extLst>
              <a:ext uri="{FF2B5EF4-FFF2-40B4-BE49-F238E27FC236}">
                <a16:creationId xmlns:a16="http://schemas.microsoft.com/office/drawing/2014/main" id="{A5EAC247-BE73-59E6-E744-FD862ECA459C}"/>
              </a:ext>
            </a:extLst>
          </p:cNvPr>
          <p:cNvSpPr txBox="1"/>
          <p:nvPr/>
        </p:nvSpPr>
        <p:spPr>
          <a:xfrm>
            <a:off x="29067846" y="5026125"/>
            <a:ext cx="403275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Google Shape;446;p18">
            <a:extLst>
              <a:ext uri="{FF2B5EF4-FFF2-40B4-BE49-F238E27FC236}">
                <a16:creationId xmlns:a16="http://schemas.microsoft.com/office/drawing/2014/main" id="{2B00CD03-58BF-01C3-B924-64818BDC6EA0}"/>
              </a:ext>
            </a:extLst>
          </p:cNvPr>
          <p:cNvSpPr txBox="1"/>
          <p:nvPr/>
        </p:nvSpPr>
        <p:spPr>
          <a:xfrm>
            <a:off x="2800293" y="-4554228"/>
            <a:ext cx="322081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US" sz="2800" dirty="0"/>
              <a:t>: </a:t>
            </a:r>
            <a:endParaRPr sz="2800" b="1" dirty="0"/>
          </a:p>
        </p:txBody>
      </p:sp>
      <p:sp>
        <p:nvSpPr>
          <p:cNvPr id="49" name="Google Shape;448;p18">
            <a:extLst>
              <a:ext uri="{FF2B5EF4-FFF2-40B4-BE49-F238E27FC236}">
                <a16:creationId xmlns:a16="http://schemas.microsoft.com/office/drawing/2014/main" id="{D832DC88-B35D-C11D-7583-0470F2D9ABD6}"/>
              </a:ext>
            </a:extLst>
          </p:cNvPr>
          <p:cNvSpPr txBox="1"/>
          <p:nvPr/>
        </p:nvSpPr>
        <p:spPr>
          <a:xfrm>
            <a:off x="5535676" y="14309519"/>
            <a:ext cx="32559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Google Shape;450;p18">
            <a:extLst>
              <a:ext uri="{FF2B5EF4-FFF2-40B4-BE49-F238E27FC236}">
                <a16:creationId xmlns:a16="http://schemas.microsoft.com/office/drawing/2014/main" id="{9914B330-EFD3-19D6-18E3-4F73C517CD77}"/>
              </a:ext>
            </a:extLst>
          </p:cNvPr>
          <p:cNvGrpSpPr/>
          <p:nvPr/>
        </p:nvGrpSpPr>
        <p:grpSpPr>
          <a:xfrm rot="2700000">
            <a:off x="32221106" y="10195193"/>
            <a:ext cx="2741636" cy="2922462"/>
            <a:chOff x="0" y="-47625"/>
            <a:chExt cx="722077" cy="769702"/>
          </a:xfrm>
        </p:grpSpPr>
        <p:sp>
          <p:nvSpPr>
            <p:cNvPr id="51" name="Google Shape;451;p18">
              <a:extLst>
                <a:ext uri="{FF2B5EF4-FFF2-40B4-BE49-F238E27FC236}">
                  <a16:creationId xmlns:a16="http://schemas.microsoft.com/office/drawing/2014/main" id="{F036BD42-F4D5-527E-9A78-FD4679C951B8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2" name="Google Shape;452;p18">
              <a:extLst>
                <a:ext uri="{FF2B5EF4-FFF2-40B4-BE49-F238E27FC236}">
                  <a16:creationId xmlns:a16="http://schemas.microsoft.com/office/drawing/2014/main" id="{3083699F-9804-2300-4F14-CF07DF67962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" name="Google Shape;453;p18">
            <a:extLst>
              <a:ext uri="{FF2B5EF4-FFF2-40B4-BE49-F238E27FC236}">
                <a16:creationId xmlns:a16="http://schemas.microsoft.com/office/drawing/2014/main" id="{0F0F5A3C-017F-BFCA-8C9E-82E38FBF0F38}"/>
              </a:ext>
            </a:extLst>
          </p:cNvPr>
          <p:cNvPicPr preferRelativeResize="0"/>
          <p:nvPr/>
        </p:nvPicPr>
        <p:blipFill>
          <a:blip r:embed="rId8"/>
          <a:srcRect/>
          <a:stretch/>
        </p:blipFill>
        <p:spPr>
          <a:xfrm>
            <a:off x="434192" y="-4650822"/>
            <a:ext cx="2059272" cy="1925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454;p18">
            <a:extLst>
              <a:ext uri="{FF2B5EF4-FFF2-40B4-BE49-F238E27FC236}">
                <a16:creationId xmlns:a16="http://schemas.microsoft.com/office/drawing/2014/main" id="{DA5B1E08-FA17-F6AA-002E-B8D3B49B63EB}"/>
              </a:ext>
            </a:extLst>
          </p:cNvPr>
          <p:cNvPicPr preferRelativeResize="0"/>
          <p:nvPr/>
        </p:nvPicPr>
        <p:blipFill>
          <a:blip r:embed="rId9"/>
          <a:srcRect/>
          <a:stretch/>
        </p:blipFill>
        <p:spPr>
          <a:xfrm>
            <a:off x="3148604" y="14416635"/>
            <a:ext cx="2080243" cy="193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455;p18">
            <a:extLst>
              <a:ext uri="{FF2B5EF4-FFF2-40B4-BE49-F238E27FC236}">
                <a16:creationId xmlns:a16="http://schemas.microsoft.com/office/drawing/2014/main" id="{B0DAD8A6-C92B-1695-4280-AE7577DB920F}"/>
              </a:ext>
            </a:extLst>
          </p:cNvPr>
          <p:cNvPicPr preferRelativeResize="0"/>
          <p:nvPr/>
        </p:nvPicPr>
        <p:blipFill>
          <a:blip r:embed="rId10"/>
          <a:srcRect/>
          <a:stretch/>
        </p:blipFill>
        <p:spPr>
          <a:xfrm>
            <a:off x="26361588" y="4913264"/>
            <a:ext cx="2277920" cy="19301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365;p16">
            <a:extLst>
              <a:ext uri="{FF2B5EF4-FFF2-40B4-BE49-F238E27FC236}">
                <a16:creationId xmlns:a16="http://schemas.microsoft.com/office/drawing/2014/main" id="{F27453B7-A5FB-ECF9-8ACD-06377D472986}"/>
              </a:ext>
            </a:extLst>
          </p:cNvPr>
          <p:cNvSpPr txBox="1"/>
          <p:nvPr/>
        </p:nvSpPr>
        <p:spPr>
          <a:xfrm>
            <a:off x="5527364" y="14941320"/>
            <a:ext cx="519473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connectivity across Apple devices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AirDrop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HomeKit.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Google Shape;365;p16">
            <a:extLst>
              <a:ext uri="{FF2B5EF4-FFF2-40B4-BE49-F238E27FC236}">
                <a16:creationId xmlns:a16="http://schemas.microsoft.com/office/drawing/2014/main" id="{B6B16402-AEA7-C4F7-42F3-D44014C69736}"/>
              </a:ext>
            </a:extLst>
          </p:cNvPr>
          <p:cNvSpPr txBox="1"/>
          <p:nvPr/>
        </p:nvSpPr>
        <p:spPr>
          <a:xfrm>
            <a:off x="29080211" y="5821019"/>
            <a:ext cx="519473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data security and reliability for iCloud.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Google Shape;365;p16">
            <a:extLst>
              <a:ext uri="{FF2B5EF4-FFF2-40B4-BE49-F238E27FC236}">
                <a16:creationId xmlns:a16="http://schemas.microsoft.com/office/drawing/2014/main" id="{C3110D4D-625B-64B2-73C2-F3C71F788E42}"/>
              </a:ext>
            </a:extLst>
          </p:cNvPr>
          <p:cNvSpPr txBox="1"/>
          <p:nvPr/>
        </p:nvSpPr>
        <p:spPr>
          <a:xfrm>
            <a:off x="2753579" y="-3575466"/>
            <a:ext cx="519473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in App Store and Apple Music.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D2D12FF7-25D1-5C67-861C-DD155A571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3;p23">
            <a:extLst>
              <a:ext uri="{FF2B5EF4-FFF2-40B4-BE49-F238E27FC236}">
                <a16:creationId xmlns:a16="http://schemas.microsoft.com/office/drawing/2014/main" id="{BA38CD7F-60A0-3CCA-ECCC-347CA58CC84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-17681480" y="0"/>
            <a:ext cx="17174098" cy="11445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" name="Google Shape;426;p18">
            <a:extLst>
              <a:ext uri="{FF2B5EF4-FFF2-40B4-BE49-F238E27FC236}">
                <a16:creationId xmlns:a16="http://schemas.microsoft.com/office/drawing/2014/main" id="{D5AFA314-5E2F-2EF9-42E0-B6C0FD60E07E}"/>
              </a:ext>
            </a:extLst>
          </p:cNvPr>
          <p:cNvGrpSpPr/>
          <p:nvPr/>
        </p:nvGrpSpPr>
        <p:grpSpPr>
          <a:xfrm rot="-2981227">
            <a:off x="17102846" y="-14810372"/>
            <a:ext cx="14275800" cy="34175000"/>
            <a:chOff x="0" y="-47625"/>
            <a:chExt cx="3759881" cy="9000823"/>
          </a:xfrm>
        </p:grpSpPr>
        <p:sp>
          <p:nvSpPr>
            <p:cNvPr id="427" name="Google Shape;427;p18">
              <a:extLst>
                <a:ext uri="{FF2B5EF4-FFF2-40B4-BE49-F238E27FC236}">
                  <a16:creationId xmlns:a16="http://schemas.microsoft.com/office/drawing/2014/main" id="{1CF269C5-D62A-6D6D-DEF6-2DB74CC33CD9}"/>
                </a:ext>
              </a:extLst>
            </p:cNvPr>
            <p:cNvSpPr/>
            <p:nvPr/>
          </p:nvSpPr>
          <p:spPr>
            <a:xfrm>
              <a:off x="0" y="0"/>
              <a:ext cx="3759881" cy="8953198"/>
            </a:xfrm>
            <a:custGeom>
              <a:avLst/>
              <a:gdLst/>
              <a:ahLst/>
              <a:cxnLst/>
              <a:rect l="l" t="t" r="r" b="b"/>
              <a:pathLst>
                <a:path w="3759881" h="895319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28" name="Google Shape;428;p18">
              <a:extLst>
                <a:ext uri="{FF2B5EF4-FFF2-40B4-BE49-F238E27FC236}">
                  <a16:creationId xmlns:a16="http://schemas.microsoft.com/office/drawing/2014/main" id="{319E440C-6DE7-840A-1241-E3C1F8AF891C}"/>
                </a:ext>
              </a:extLst>
            </p:cNvPr>
            <p:cNvSpPr txBox="1"/>
            <p:nvPr/>
          </p:nvSpPr>
          <p:spPr>
            <a:xfrm>
              <a:off x="0" y="-47625"/>
              <a:ext cx="3759881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8">
            <a:extLst>
              <a:ext uri="{FF2B5EF4-FFF2-40B4-BE49-F238E27FC236}">
                <a16:creationId xmlns:a16="http://schemas.microsoft.com/office/drawing/2014/main" id="{79373FC1-0994-357E-48E3-6DE0822E770F}"/>
              </a:ext>
            </a:extLst>
          </p:cNvPr>
          <p:cNvGrpSpPr/>
          <p:nvPr/>
        </p:nvGrpSpPr>
        <p:grpSpPr>
          <a:xfrm rot="2700000">
            <a:off x="9970020" y="-1146277"/>
            <a:ext cx="2017192" cy="2082107"/>
            <a:chOff x="0" y="-47625"/>
            <a:chExt cx="531277" cy="548374"/>
          </a:xfrm>
        </p:grpSpPr>
        <p:sp>
          <p:nvSpPr>
            <p:cNvPr id="430" name="Google Shape;430;p18">
              <a:extLst>
                <a:ext uri="{FF2B5EF4-FFF2-40B4-BE49-F238E27FC236}">
                  <a16:creationId xmlns:a16="http://schemas.microsoft.com/office/drawing/2014/main" id="{8948FF53-28D0-4E80-AB34-1072BA4CBD35}"/>
                </a:ext>
              </a:extLst>
            </p:cNvPr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31" name="Google Shape;431;p18">
              <a:extLst>
                <a:ext uri="{FF2B5EF4-FFF2-40B4-BE49-F238E27FC236}">
                  <a16:creationId xmlns:a16="http://schemas.microsoft.com/office/drawing/2014/main" id="{A610BE89-6CD5-D52F-D6F7-CD5DEEDB3C12}"/>
                </a:ext>
              </a:extLst>
            </p:cNvPr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8">
            <a:extLst>
              <a:ext uri="{FF2B5EF4-FFF2-40B4-BE49-F238E27FC236}">
                <a16:creationId xmlns:a16="http://schemas.microsoft.com/office/drawing/2014/main" id="{8778CA7D-E6BB-D076-8973-37D4BF5875F0}"/>
              </a:ext>
            </a:extLst>
          </p:cNvPr>
          <p:cNvGrpSpPr/>
          <p:nvPr/>
        </p:nvGrpSpPr>
        <p:grpSpPr>
          <a:xfrm rot="2700000">
            <a:off x="17318256" y="1442166"/>
            <a:ext cx="2741636" cy="2922462"/>
            <a:chOff x="0" y="-47625"/>
            <a:chExt cx="722077" cy="769702"/>
          </a:xfrm>
        </p:grpSpPr>
        <p:sp>
          <p:nvSpPr>
            <p:cNvPr id="433" name="Google Shape;433;p18">
              <a:extLst>
                <a:ext uri="{FF2B5EF4-FFF2-40B4-BE49-F238E27FC236}">
                  <a16:creationId xmlns:a16="http://schemas.microsoft.com/office/drawing/2014/main" id="{851814CB-8736-53D7-0E2D-2A17DE55B957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4" name="Google Shape;434;p18">
              <a:extLst>
                <a:ext uri="{FF2B5EF4-FFF2-40B4-BE49-F238E27FC236}">
                  <a16:creationId xmlns:a16="http://schemas.microsoft.com/office/drawing/2014/main" id="{7F5D0ADD-3146-9E03-51D4-D3884B001A41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8">
            <a:extLst>
              <a:ext uri="{FF2B5EF4-FFF2-40B4-BE49-F238E27FC236}">
                <a16:creationId xmlns:a16="http://schemas.microsoft.com/office/drawing/2014/main" id="{7A76A29E-6B3C-D301-D9B3-497AB0B3D242}"/>
              </a:ext>
            </a:extLst>
          </p:cNvPr>
          <p:cNvGrpSpPr/>
          <p:nvPr/>
        </p:nvGrpSpPr>
        <p:grpSpPr>
          <a:xfrm rot="2700000">
            <a:off x="-1672614" y="8761837"/>
            <a:ext cx="2741636" cy="2922462"/>
            <a:chOff x="0" y="-47625"/>
            <a:chExt cx="722077" cy="769702"/>
          </a:xfrm>
        </p:grpSpPr>
        <p:sp>
          <p:nvSpPr>
            <p:cNvPr id="436" name="Google Shape;436;p18">
              <a:extLst>
                <a:ext uri="{FF2B5EF4-FFF2-40B4-BE49-F238E27FC236}">
                  <a16:creationId xmlns:a16="http://schemas.microsoft.com/office/drawing/2014/main" id="{3DA3A50F-8DC0-7B17-BF00-81078ADAB095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7" name="Google Shape;437;p18">
              <a:extLst>
                <a:ext uri="{FF2B5EF4-FFF2-40B4-BE49-F238E27FC236}">
                  <a16:creationId xmlns:a16="http://schemas.microsoft.com/office/drawing/2014/main" id="{9B7D835F-D77C-A574-0648-F67F1D9C3B38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18">
            <a:extLst>
              <a:ext uri="{FF2B5EF4-FFF2-40B4-BE49-F238E27FC236}">
                <a16:creationId xmlns:a16="http://schemas.microsoft.com/office/drawing/2014/main" id="{98AFEA2D-A6ED-E612-C181-C4ABC877106C}"/>
              </a:ext>
            </a:extLst>
          </p:cNvPr>
          <p:cNvGrpSpPr/>
          <p:nvPr/>
        </p:nvGrpSpPr>
        <p:grpSpPr>
          <a:xfrm rot="2700000">
            <a:off x="12075156" y="9671766"/>
            <a:ext cx="2741636" cy="2922462"/>
            <a:chOff x="0" y="-47625"/>
            <a:chExt cx="722077" cy="769702"/>
          </a:xfrm>
        </p:grpSpPr>
        <p:sp>
          <p:nvSpPr>
            <p:cNvPr id="439" name="Google Shape;439;p18">
              <a:extLst>
                <a:ext uri="{FF2B5EF4-FFF2-40B4-BE49-F238E27FC236}">
                  <a16:creationId xmlns:a16="http://schemas.microsoft.com/office/drawing/2014/main" id="{3ABC93CC-214A-BBEB-CB7D-641B0BB1A06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40" name="Google Shape;440;p18">
              <a:extLst>
                <a:ext uri="{FF2B5EF4-FFF2-40B4-BE49-F238E27FC236}">
                  <a16:creationId xmlns:a16="http://schemas.microsoft.com/office/drawing/2014/main" id="{A5863538-1D49-3381-3FD5-A8E76E7B74FF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8">
            <a:extLst>
              <a:ext uri="{FF2B5EF4-FFF2-40B4-BE49-F238E27FC236}">
                <a16:creationId xmlns:a16="http://schemas.microsoft.com/office/drawing/2014/main" id="{EC6AD0F1-0BE8-C86A-9DA7-6982F0884E65}"/>
              </a:ext>
            </a:extLst>
          </p:cNvPr>
          <p:cNvSpPr txBox="1"/>
          <p:nvPr/>
        </p:nvSpPr>
        <p:spPr>
          <a:xfrm>
            <a:off x="902727" y="826262"/>
            <a:ext cx="5562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Emerging Technologies</a:t>
            </a:r>
            <a:endParaRPr sz="4800" dirty="0">
              <a:latin typeface="Anton" pitchFamily="2" charset="0"/>
              <a:cs typeface="Times New Roman" panose="02020603050405020304" pitchFamily="18" charset="0"/>
            </a:endParaRPr>
          </a:p>
        </p:txBody>
      </p:sp>
      <p:sp>
        <p:nvSpPr>
          <p:cNvPr id="443" name="Google Shape;443;p18">
            <a:extLst>
              <a:ext uri="{FF2B5EF4-FFF2-40B4-BE49-F238E27FC236}">
                <a16:creationId xmlns:a16="http://schemas.microsoft.com/office/drawing/2014/main" id="{9CC9F2DA-D1DF-4C73-D2FC-FE1608282315}"/>
              </a:ext>
            </a:extLst>
          </p:cNvPr>
          <p:cNvSpPr txBox="1"/>
          <p:nvPr/>
        </p:nvSpPr>
        <p:spPr>
          <a:xfrm>
            <a:off x="10860525" y="3878105"/>
            <a:ext cx="403275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6" name="Google Shape;446;p18">
            <a:extLst>
              <a:ext uri="{FF2B5EF4-FFF2-40B4-BE49-F238E27FC236}">
                <a16:creationId xmlns:a16="http://schemas.microsoft.com/office/drawing/2014/main" id="{FCEBA3ED-6B07-42B3-B196-2D2B575EF1EE}"/>
              </a:ext>
            </a:extLst>
          </p:cNvPr>
          <p:cNvSpPr txBox="1"/>
          <p:nvPr/>
        </p:nvSpPr>
        <p:spPr>
          <a:xfrm>
            <a:off x="2917712" y="3878105"/>
            <a:ext cx="322081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US" sz="2800" dirty="0"/>
              <a:t>: </a:t>
            </a:r>
            <a:endParaRPr sz="2800" b="1" dirty="0"/>
          </a:p>
        </p:txBody>
      </p:sp>
      <p:sp>
        <p:nvSpPr>
          <p:cNvPr id="448" name="Google Shape;448;p18">
            <a:extLst>
              <a:ext uri="{FF2B5EF4-FFF2-40B4-BE49-F238E27FC236}">
                <a16:creationId xmlns:a16="http://schemas.microsoft.com/office/drawing/2014/main" id="{EBE1BA82-8A16-C330-2F68-6EF25F9BCE16}"/>
              </a:ext>
            </a:extLst>
          </p:cNvPr>
          <p:cNvSpPr txBox="1"/>
          <p:nvPr/>
        </p:nvSpPr>
        <p:spPr>
          <a:xfrm>
            <a:off x="2917712" y="6853862"/>
            <a:ext cx="32559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0" name="Google Shape;450;p18">
            <a:extLst>
              <a:ext uri="{FF2B5EF4-FFF2-40B4-BE49-F238E27FC236}">
                <a16:creationId xmlns:a16="http://schemas.microsoft.com/office/drawing/2014/main" id="{0932A964-5D54-7B95-E6EA-F0391A9AF847}"/>
              </a:ext>
            </a:extLst>
          </p:cNvPr>
          <p:cNvGrpSpPr/>
          <p:nvPr/>
        </p:nvGrpSpPr>
        <p:grpSpPr>
          <a:xfrm rot="2700000">
            <a:off x="14013785" y="9047173"/>
            <a:ext cx="2741636" cy="2922462"/>
            <a:chOff x="0" y="-47625"/>
            <a:chExt cx="722077" cy="769702"/>
          </a:xfrm>
        </p:grpSpPr>
        <p:sp>
          <p:nvSpPr>
            <p:cNvPr id="451" name="Google Shape;451;p18">
              <a:extLst>
                <a:ext uri="{FF2B5EF4-FFF2-40B4-BE49-F238E27FC236}">
                  <a16:creationId xmlns:a16="http://schemas.microsoft.com/office/drawing/2014/main" id="{2CE0CC68-A05D-E7D8-E253-0547B2D4D764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52" name="Google Shape;452;p18">
              <a:extLst>
                <a:ext uri="{FF2B5EF4-FFF2-40B4-BE49-F238E27FC236}">
                  <a16:creationId xmlns:a16="http://schemas.microsoft.com/office/drawing/2014/main" id="{B78C9F1C-C224-2342-6E58-7DFF1993FA3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3" name="Google Shape;453;p18">
            <a:extLst>
              <a:ext uri="{FF2B5EF4-FFF2-40B4-BE49-F238E27FC236}">
                <a16:creationId xmlns:a16="http://schemas.microsoft.com/office/drawing/2014/main" id="{FA579FDD-CD85-3485-D106-63C361304B80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551611" y="3781511"/>
            <a:ext cx="2059272" cy="1925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8">
            <a:extLst>
              <a:ext uri="{FF2B5EF4-FFF2-40B4-BE49-F238E27FC236}">
                <a16:creationId xmlns:a16="http://schemas.microsoft.com/office/drawing/2014/main" id="{FC562538-ABA6-DF0B-74CD-08FA9980B5FF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530640" y="6960978"/>
            <a:ext cx="2080243" cy="193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8">
            <a:extLst>
              <a:ext uri="{FF2B5EF4-FFF2-40B4-BE49-F238E27FC236}">
                <a16:creationId xmlns:a16="http://schemas.microsoft.com/office/drawing/2014/main" id="{6CEE9523-17A5-920C-9E78-3CE45C85AF83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8154267" y="3765244"/>
            <a:ext cx="2277920" cy="1930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583;p23">
            <a:extLst>
              <a:ext uri="{FF2B5EF4-FFF2-40B4-BE49-F238E27FC236}">
                <a16:creationId xmlns:a16="http://schemas.microsoft.com/office/drawing/2014/main" id="{5584BCBE-C025-B8C1-8AC0-709889E769B4}"/>
              </a:ext>
            </a:extLst>
          </p:cNvPr>
          <p:cNvGrpSpPr/>
          <p:nvPr/>
        </p:nvGrpSpPr>
        <p:grpSpPr>
          <a:xfrm rot="2700000">
            <a:off x="-31288952" y="2968399"/>
            <a:ext cx="2596748" cy="2777574"/>
            <a:chOff x="0" y="-47625"/>
            <a:chExt cx="683917" cy="731542"/>
          </a:xfrm>
        </p:grpSpPr>
        <p:sp>
          <p:nvSpPr>
            <p:cNvPr id="10" name="Google Shape;584;p23">
              <a:extLst>
                <a:ext uri="{FF2B5EF4-FFF2-40B4-BE49-F238E27FC236}">
                  <a16:creationId xmlns:a16="http://schemas.microsoft.com/office/drawing/2014/main" id="{72D2CBCB-5FE8-7D99-D46F-7A5EDF44F373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" name="Google Shape;585;p23">
              <a:extLst>
                <a:ext uri="{FF2B5EF4-FFF2-40B4-BE49-F238E27FC236}">
                  <a16:creationId xmlns:a16="http://schemas.microsoft.com/office/drawing/2014/main" id="{109490E2-C0AE-43CC-2EA1-EF40B1B3AB92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oogle Shape;592;p23">
            <a:extLst>
              <a:ext uri="{FF2B5EF4-FFF2-40B4-BE49-F238E27FC236}">
                <a16:creationId xmlns:a16="http://schemas.microsoft.com/office/drawing/2014/main" id="{0A429EE6-0511-CB83-B361-6F000704595D}"/>
              </a:ext>
            </a:extLst>
          </p:cNvPr>
          <p:cNvGrpSpPr/>
          <p:nvPr/>
        </p:nvGrpSpPr>
        <p:grpSpPr>
          <a:xfrm rot="2700000">
            <a:off x="53263660" y="6670763"/>
            <a:ext cx="2741636" cy="2922462"/>
            <a:chOff x="0" y="-47625"/>
            <a:chExt cx="722077" cy="769702"/>
          </a:xfrm>
        </p:grpSpPr>
        <p:sp>
          <p:nvSpPr>
            <p:cNvPr id="13" name="Google Shape;593;p23">
              <a:extLst>
                <a:ext uri="{FF2B5EF4-FFF2-40B4-BE49-F238E27FC236}">
                  <a16:creationId xmlns:a16="http://schemas.microsoft.com/office/drawing/2014/main" id="{96113F4F-F3B8-E998-E235-327E83A82185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4" name="Google Shape;594;p23">
              <a:extLst>
                <a:ext uri="{FF2B5EF4-FFF2-40B4-BE49-F238E27FC236}">
                  <a16:creationId xmlns:a16="http://schemas.microsoft.com/office/drawing/2014/main" id="{E0033209-8D30-216E-5A21-83C755E28A1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595;p23">
            <a:extLst>
              <a:ext uri="{FF2B5EF4-FFF2-40B4-BE49-F238E27FC236}">
                <a16:creationId xmlns:a16="http://schemas.microsoft.com/office/drawing/2014/main" id="{C100A57B-ADBF-CFA7-4948-CA2C5F8FD8BC}"/>
              </a:ext>
            </a:extLst>
          </p:cNvPr>
          <p:cNvGrpSpPr/>
          <p:nvPr/>
        </p:nvGrpSpPr>
        <p:grpSpPr>
          <a:xfrm rot="2700000">
            <a:off x="53056896" y="6670763"/>
            <a:ext cx="2741636" cy="2922462"/>
            <a:chOff x="0" y="-47625"/>
            <a:chExt cx="722077" cy="769702"/>
          </a:xfrm>
        </p:grpSpPr>
        <p:sp>
          <p:nvSpPr>
            <p:cNvPr id="16" name="Google Shape;596;p23">
              <a:extLst>
                <a:ext uri="{FF2B5EF4-FFF2-40B4-BE49-F238E27FC236}">
                  <a16:creationId xmlns:a16="http://schemas.microsoft.com/office/drawing/2014/main" id="{B630F321-19E4-8505-3173-8B25E126BA77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7" name="Google Shape;597;p23">
              <a:extLst>
                <a:ext uri="{FF2B5EF4-FFF2-40B4-BE49-F238E27FC236}">
                  <a16:creationId xmlns:a16="http://schemas.microsoft.com/office/drawing/2014/main" id="{5F1E6615-E476-854E-89C6-92C1A446033D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DEFC272-2E2F-2876-3B52-701307744264}"/>
              </a:ext>
            </a:extLst>
          </p:cNvPr>
          <p:cNvSpPr txBox="1"/>
          <p:nvPr/>
        </p:nvSpPr>
        <p:spPr>
          <a:xfrm>
            <a:off x="131174" y="-3526464"/>
            <a:ext cx="604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Management Concepts Application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A62C14-B323-3FB5-DC71-12681EF8AE2F}"/>
              </a:ext>
            </a:extLst>
          </p:cNvPr>
          <p:cNvSpPr txBox="1"/>
          <p:nvPr/>
        </p:nvSpPr>
        <p:spPr>
          <a:xfrm>
            <a:off x="44513521" y="2978239"/>
            <a:ext cx="10564584" cy="7124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Planning: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brand equity, innovation.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Weaknesses: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product prices.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Expansion in developing markets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saturation, supply chain risks.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Porter’s Five Forces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Bargaining power of suppliers: High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reliance on unique components.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Leadership and Decision Making: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decision-making led by Tim Cook.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diversity and cross-functional teams.</a:t>
            </a:r>
          </a:p>
        </p:txBody>
      </p:sp>
      <p:sp>
        <p:nvSpPr>
          <p:cNvPr id="3" name="Google Shape;365;p16">
            <a:extLst>
              <a:ext uri="{FF2B5EF4-FFF2-40B4-BE49-F238E27FC236}">
                <a16:creationId xmlns:a16="http://schemas.microsoft.com/office/drawing/2014/main" id="{C8319E87-8444-5095-748E-DE4545D2A5CA}"/>
              </a:ext>
            </a:extLst>
          </p:cNvPr>
          <p:cNvSpPr txBox="1"/>
          <p:nvPr/>
        </p:nvSpPr>
        <p:spPr>
          <a:xfrm>
            <a:off x="2909400" y="7485663"/>
            <a:ext cx="519473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connectivity across Apple devices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AirDrop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HomeKit.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365;p16">
            <a:extLst>
              <a:ext uri="{FF2B5EF4-FFF2-40B4-BE49-F238E27FC236}">
                <a16:creationId xmlns:a16="http://schemas.microsoft.com/office/drawing/2014/main" id="{0083E33E-E678-CEA5-AD45-A4B8CBD6EC1D}"/>
              </a:ext>
            </a:extLst>
          </p:cNvPr>
          <p:cNvSpPr txBox="1"/>
          <p:nvPr/>
        </p:nvSpPr>
        <p:spPr>
          <a:xfrm>
            <a:off x="10872890" y="4672999"/>
            <a:ext cx="519473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data security and reliability for iCloud.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365;p16">
            <a:extLst>
              <a:ext uri="{FF2B5EF4-FFF2-40B4-BE49-F238E27FC236}">
                <a16:creationId xmlns:a16="http://schemas.microsoft.com/office/drawing/2014/main" id="{BFA305A0-DF03-E7F8-E380-1ABCAEA5F21F}"/>
              </a:ext>
            </a:extLst>
          </p:cNvPr>
          <p:cNvSpPr txBox="1"/>
          <p:nvPr/>
        </p:nvSpPr>
        <p:spPr>
          <a:xfrm>
            <a:off x="2870998" y="4856867"/>
            <a:ext cx="519473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in App Store and Apple Music.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71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23"/>
          <p:cNvPicPr preferRelativeResize="0"/>
          <p:nvPr/>
        </p:nvPicPr>
        <p:blipFill>
          <a:blip r:embed="rId3"/>
          <a:srcRect/>
          <a:stretch/>
        </p:blipFill>
        <p:spPr>
          <a:xfrm>
            <a:off x="-3514145" y="0"/>
            <a:ext cx="17174098" cy="11445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4" name="Google Shape;574;p23"/>
          <p:cNvGrpSpPr/>
          <p:nvPr/>
        </p:nvGrpSpPr>
        <p:grpSpPr>
          <a:xfrm rot="1298099">
            <a:off x="8910943" y="-13958276"/>
            <a:ext cx="13492776" cy="34175000"/>
            <a:chOff x="0" y="-47625"/>
            <a:chExt cx="3553653" cy="9000823"/>
          </a:xfrm>
        </p:grpSpPr>
        <p:sp>
          <p:nvSpPr>
            <p:cNvPr id="575" name="Google Shape;575;p23"/>
            <p:cNvSpPr/>
            <p:nvPr/>
          </p:nvSpPr>
          <p:spPr>
            <a:xfrm>
              <a:off x="0" y="0"/>
              <a:ext cx="3553653" cy="8953198"/>
            </a:xfrm>
            <a:custGeom>
              <a:avLst/>
              <a:gdLst/>
              <a:ahLst/>
              <a:cxnLst/>
              <a:rect l="l" t="t" r="r" b="b"/>
              <a:pathLst>
                <a:path w="3553653" h="8953198" extrusionOk="0">
                  <a:moveTo>
                    <a:pt x="0" y="0"/>
                  </a:moveTo>
                  <a:lnTo>
                    <a:pt x="3553653" y="0"/>
                  </a:lnTo>
                  <a:lnTo>
                    <a:pt x="3553653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576" name="Google Shape;576;p23"/>
            <p:cNvSpPr txBox="1"/>
            <p:nvPr/>
          </p:nvSpPr>
          <p:spPr>
            <a:xfrm>
              <a:off x="0" y="-47625"/>
              <a:ext cx="355365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23"/>
          <p:cNvGrpSpPr/>
          <p:nvPr/>
        </p:nvGrpSpPr>
        <p:grpSpPr>
          <a:xfrm rot="2700000">
            <a:off x="-1234442" y="2968399"/>
            <a:ext cx="2596748" cy="2777574"/>
            <a:chOff x="0" y="-47625"/>
            <a:chExt cx="683917" cy="731542"/>
          </a:xfrm>
        </p:grpSpPr>
        <p:sp>
          <p:nvSpPr>
            <p:cNvPr id="584" name="Google Shape;584;p23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85" name="Google Shape;585;p23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6" name="Google Shape;586;p23"/>
          <p:cNvGrpSpPr/>
          <p:nvPr/>
        </p:nvGrpSpPr>
        <p:grpSpPr>
          <a:xfrm rot="2700000">
            <a:off x="14389554" y="-1452719"/>
            <a:ext cx="2596748" cy="2777574"/>
            <a:chOff x="0" y="-47625"/>
            <a:chExt cx="683917" cy="731542"/>
          </a:xfrm>
        </p:grpSpPr>
        <p:sp>
          <p:nvSpPr>
            <p:cNvPr id="587" name="Google Shape;587;p23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88" name="Google Shape;588;p23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23"/>
          <p:cNvGrpSpPr/>
          <p:nvPr/>
        </p:nvGrpSpPr>
        <p:grpSpPr>
          <a:xfrm rot="2700000">
            <a:off x="12741022" y="-2190730"/>
            <a:ext cx="2741636" cy="2922462"/>
            <a:chOff x="0" y="-47625"/>
            <a:chExt cx="722077" cy="769702"/>
          </a:xfrm>
        </p:grpSpPr>
        <p:sp>
          <p:nvSpPr>
            <p:cNvPr id="590" name="Google Shape;590;p2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1" name="Google Shape;591;p23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23"/>
          <p:cNvGrpSpPr/>
          <p:nvPr/>
        </p:nvGrpSpPr>
        <p:grpSpPr>
          <a:xfrm rot="2700000">
            <a:off x="17891043" y="6670763"/>
            <a:ext cx="2741636" cy="2922462"/>
            <a:chOff x="0" y="-47625"/>
            <a:chExt cx="722077" cy="769702"/>
          </a:xfrm>
        </p:grpSpPr>
        <p:sp>
          <p:nvSpPr>
            <p:cNvPr id="593" name="Google Shape;593;p2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4" name="Google Shape;594;p23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5" name="Google Shape;595;p23"/>
          <p:cNvGrpSpPr/>
          <p:nvPr/>
        </p:nvGrpSpPr>
        <p:grpSpPr>
          <a:xfrm rot="2700000">
            <a:off x="17684279" y="6670763"/>
            <a:ext cx="2741636" cy="2922462"/>
            <a:chOff x="0" y="-47625"/>
            <a:chExt cx="722077" cy="769702"/>
          </a:xfrm>
        </p:grpSpPr>
        <p:sp>
          <p:nvSpPr>
            <p:cNvPr id="596" name="Google Shape;596;p2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7" name="Google Shape;597;p23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88F3936-41E7-CDA5-C26F-B218340E49DB}"/>
              </a:ext>
            </a:extLst>
          </p:cNvPr>
          <p:cNvSpPr txBox="1"/>
          <p:nvPr/>
        </p:nvSpPr>
        <p:spPr>
          <a:xfrm>
            <a:off x="9144000" y="1400926"/>
            <a:ext cx="604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Management Concepts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84939-9092-E797-0C70-D236E8C00EB4}"/>
              </a:ext>
            </a:extLst>
          </p:cNvPr>
          <p:cNvSpPr txBox="1"/>
          <p:nvPr/>
        </p:nvSpPr>
        <p:spPr>
          <a:xfrm>
            <a:off x="9140904" y="2978239"/>
            <a:ext cx="10564584" cy="7124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Planning: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brand equity, innovation.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Weaknesses: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product prices.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Expansion in developing markets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saturation, supply chain risks.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Porter’s Five Forces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Bargaining power of suppliers: High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reliance on unique components.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Leadership and Decision Making: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decision-making led by Tim Cook.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diversity and cross-functional teams.</a:t>
            </a:r>
          </a:p>
        </p:txBody>
      </p:sp>
      <p:grpSp>
        <p:nvGrpSpPr>
          <p:cNvPr id="15" name="Google Shape;583;p23">
            <a:extLst>
              <a:ext uri="{FF2B5EF4-FFF2-40B4-BE49-F238E27FC236}">
                <a16:creationId xmlns:a16="http://schemas.microsoft.com/office/drawing/2014/main" id="{4627A6DD-DA92-406F-4E26-A2190BB4B1B3}"/>
              </a:ext>
            </a:extLst>
          </p:cNvPr>
          <p:cNvGrpSpPr/>
          <p:nvPr/>
        </p:nvGrpSpPr>
        <p:grpSpPr>
          <a:xfrm rot="2700000">
            <a:off x="-30131255" y="2968399"/>
            <a:ext cx="2596748" cy="2777574"/>
            <a:chOff x="0" y="-47625"/>
            <a:chExt cx="683917" cy="731542"/>
          </a:xfrm>
        </p:grpSpPr>
        <p:sp>
          <p:nvSpPr>
            <p:cNvPr id="16" name="Google Shape;584;p23">
              <a:extLst>
                <a:ext uri="{FF2B5EF4-FFF2-40B4-BE49-F238E27FC236}">
                  <a16:creationId xmlns:a16="http://schemas.microsoft.com/office/drawing/2014/main" id="{C246FC0B-7CA3-9890-15AB-D0A19D546957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7" name="Google Shape;585;p23">
              <a:extLst>
                <a:ext uri="{FF2B5EF4-FFF2-40B4-BE49-F238E27FC236}">
                  <a16:creationId xmlns:a16="http://schemas.microsoft.com/office/drawing/2014/main" id="{85F2BE13-FE79-B248-8D27-F1B29D7CBC2C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586;p23">
            <a:extLst>
              <a:ext uri="{FF2B5EF4-FFF2-40B4-BE49-F238E27FC236}">
                <a16:creationId xmlns:a16="http://schemas.microsoft.com/office/drawing/2014/main" id="{701EF854-D3FD-9332-C093-80D0F37F5441}"/>
              </a:ext>
            </a:extLst>
          </p:cNvPr>
          <p:cNvGrpSpPr/>
          <p:nvPr/>
        </p:nvGrpSpPr>
        <p:grpSpPr>
          <a:xfrm rot="2700000">
            <a:off x="37113866" y="-497385"/>
            <a:ext cx="2596748" cy="2777574"/>
            <a:chOff x="0" y="-47625"/>
            <a:chExt cx="683917" cy="731542"/>
          </a:xfrm>
        </p:grpSpPr>
        <p:sp>
          <p:nvSpPr>
            <p:cNvPr id="19" name="Google Shape;587;p23">
              <a:extLst>
                <a:ext uri="{FF2B5EF4-FFF2-40B4-BE49-F238E27FC236}">
                  <a16:creationId xmlns:a16="http://schemas.microsoft.com/office/drawing/2014/main" id="{C4187C39-6CE5-32A9-7A8D-61724CF25966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0" name="Google Shape;588;p23">
              <a:extLst>
                <a:ext uri="{FF2B5EF4-FFF2-40B4-BE49-F238E27FC236}">
                  <a16:creationId xmlns:a16="http://schemas.microsoft.com/office/drawing/2014/main" id="{0E3A36E7-5390-2576-EF3C-7489F54D591D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589;p23">
            <a:extLst>
              <a:ext uri="{FF2B5EF4-FFF2-40B4-BE49-F238E27FC236}">
                <a16:creationId xmlns:a16="http://schemas.microsoft.com/office/drawing/2014/main" id="{1FFFCF87-D7F0-7FB8-27B0-F6291C18D7C0}"/>
              </a:ext>
            </a:extLst>
          </p:cNvPr>
          <p:cNvGrpSpPr/>
          <p:nvPr/>
        </p:nvGrpSpPr>
        <p:grpSpPr>
          <a:xfrm rot="2700000">
            <a:off x="35465334" y="-1235396"/>
            <a:ext cx="2741636" cy="2922462"/>
            <a:chOff x="0" y="-47625"/>
            <a:chExt cx="722077" cy="769702"/>
          </a:xfrm>
        </p:grpSpPr>
        <p:sp>
          <p:nvSpPr>
            <p:cNvPr id="22" name="Google Shape;590;p23">
              <a:extLst>
                <a:ext uri="{FF2B5EF4-FFF2-40B4-BE49-F238E27FC236}">
                  <a16:creationId xmlns:a16="http://schemas.microsoft.com/office/drawing/2014/main" id="{35E72DBB-7945-E92C-35DF-CCFEADCDC5B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3" name="Google Shape;591;p23">
              <a:extLst>
                <a:ext uri="{FF2B5EF4-FFF2-40B4-BE49-F238E27FC236}">
                  <a16:creationId xmlns:a16="http://schemas.microsoft.com/office/drawing/2014/main" id="{17F5B797-2EBB-3945-166E-521CDDC90E56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592;p23">
            <a:extLst>
              <a:ext uri="{FF2B5EF4-FFF2-40B4-BE49-F238E27FC236}">
                <a16:creationId xmlns:a16="http://schemas.microsoft.com/office/drawing/2014/main" id="{A4157EE8-D63C-2D91-33B0-0585B5F7CFA6}"/>
              </a:ext>
            </a:extLst>
          </p:cNvPr>
          <p:cNvGrpSpPr/>
          <p:nvPr/>
        </p:nvGrpSpPr>
        <p:grpSpPr>
          <a:xfrm rot="2700000">
            <a:off x="42343188" y="8515068"/>
            <a:ext cx="2741636" cy="2922462"/>
            <a:chOff x="0" y="-47625"/>
            <a:chExt cx="722077" cy="769702"/>
          </a:xfrm>
        </p:grpSpPr>
        <p:sp>
          <p:nvSpPr>
            <p:cNvPr id="25" name="Google Shape;593;p23">
              <a:extLst>
                <a:ext uri="{FF2B5EF4-FFF2-40B4-BE49-F238E27FC236}">
                  <a16:creationId xmlns:a16="http://schemas.microsoft.com/office/drawing/2014/main" id="{4C9941EF-04E0-838C-1D46-B8886E62E33B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6" name="Google Shape;594;p23">
              <a:extLst>
                <a:ext uri="{FF2B5EF4-FFF2-40B4-BE49-F238E27FC236}">
                  <a16:creationId xmlns:a16="http://schemas.microsoft.com/office/drawing/2014/main" id="{AE9E6CF1-69BA-46F6-7D24-134B6FBCB601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595;p23">
            <a:extLst>
              <a:ext uri="{FF2B5EF4-FFF2-40B4-BE49-F238E27FC236}">
                <a16:creationId xmlns:a16="http://schemas.microsoft.com/office/drawing/2014/main" id="{7442E556-90DC-1767-DC7B-556479476F8E}"/>
              </a:ext>
            </a:extLst>
          </p:cNvPr>
          <p:cNvGrpSpPr/>
          <p:nvPr/>
        </p:nvGrpSpPr>
        <p:grpSpPr>
          <a:xfrm rot="2700000">
            <a:off x="42136424" y="8515068"/>
            <a:ext cx="2741636" cy="2922462"/>
            <a:chOff x="0" y="-47625"/>
            <a:chExt cx="722077" cy="769702"/>
          </a:xfrm>
        </p:grpSpPr>
        <p:sp>
          <p:nvSpPr>
            <p:cNvPr id="28" name="Google Shape;596;p23">
              <a:extLst>
                <a:ext uri="{FF2B5EF4-FFF2-40B4-BE49-F238E27FC236}">
                  <a16:creationId xmlns:a16="http://schemas.microsoft.com/office/drawing/2014/main" id="{D5C3D382-64C1-E877-80F9-B998B2E19013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9" name="Google Shape;597;p23">
              <a:extLst>
                <a:ext uri="{FF2B5EF4-FFF2-40B4-BE49-F238E27FC236}">
                  <a16:creationId xmlns:a16="http://schemas.microsoft.com/office/drawing/2014/main" id="{3902CCD6-B773-6E6D-4DDC-D0E924366F6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29F1632-6A99-8BF6-6B6C-D174465E9205}"/>
              </a:ext>
            </a:extLst>
          </p:cNvPr>
          <p:cNvSpPr txBox="1"/>
          <p:nvPr/>
        </p:nvSpPr>
        <p:spPr>
          <a:xfrm>
            <a:off x="33282220" y="2006682"/>
            <a:ext cx="604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Integration of Technical and Management Skills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F5B9E2-44D0-E01D-DB2C-279AAA733FA0}"/>
              </a:ext>
            </a:extLst>
          </p:cNvPr>
          <p:cNvSpPr txBox="1"/>
          <p:nvPr/>
        </p:nvSpPr>
        <p:spPr>
          <a:xfrm>
            <a:off x="33282220" y="3718515"/>
            <a:ext cx="11112988" cy="777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of Management Theories and Technical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nton" pitchFamily="2" charset="0"/>
                <a:cs typeface="Times New Roman" panose="02020603050405020304" pitchFamily="18" charset="0"/>
              </a:rPr>
              <a:t>Expertise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charts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timeline adherence in launches like iPhone and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Vision Pro.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Lean Management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for efficiency.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Maslow’s Hierarchy to motivate teams.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nton" pitchFamily="2" charset="0"/>
                <a:cs typeface="Times New Roman" panose="02020603050405020304" pitchFamily="18" charset="0"/>
              </a:rPr>
              <a:t>Risk Management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contingency plans for supply chain risks using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planning to counter chip shortages. Risk matrix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cybersecurity threats.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>
          <a:extLst>
            <a:ext uri="{FF2B5EF4-FFF2-40B4-BE49-F238E27FC236}">
              <a16:creationId xmlns:a16="http://schemas.microsoft.com/office/drawing/2014/main" id="{73022963-B02F-BC54-B4D9-BC6AF55B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23">
            <a:extLst>
              <a:ext uri="{FF2B5EF4-FFF2-40B4-BE49-F238E27FC236}">
                <a16:creationId xmlns:a16="http://schemas.microsoft.com/office/drawing/2014/main" id="{5CF6224F-164E-C1BD-5225-BE92D371A32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-3514145" y="0"/>
            <a:ext cx="17174098" cy="11445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4" name="Google Shape;574;p23">
            <a:extLst>
              <a:ext uri="{FF2B5EF4-FFF2-40B4-BE49-F238E27FC236}">
                <a16:creationId xmlns:a16="http://schemas.microsoft.com/office/drawing/2014/main" id="{F5BA8C82-7055-ECDC-4F05-6F5467971B79}"/>
              </a:ext>
            </a:extLst>
          </p:cNvPr>
          <p:cNvGrpSpPr/>
          <p:nvPr/>
        </p:nvGrpSpPr>
        <p:grpSpPr>
          <a:xfrm rot="1298099">
            <a:off x="8910943" y="-13958276"/>
            <a:ext cx="13492776" cy="34175000"/>
            <a:chOff x="0" y="-47625"/>
            <a:chExt cx="3553653" cy="9000823"/>
          </a:xfrm>
        </p:grpSpPr>
        <p:sp>
          <p:nvSpPr>
            <p:cNvPr id="575" name="Google Shape;575;p23">
              <a:extLst>
                <a:ext uri="{FF2B5EF4-FFF2-40B4-BE49-F238E27FC236}">
                  <a16:creationId xmlns:a16="http://schemas.microsoft.com/office/drawing/2014/main" id="{343AD424-DD78-7B00-41F3-3FBF86168680}"/>
                </a:ext>
              </a:extLst>
            </p:cNvPr>
            <p:cNvSpPr/>
            <p:nvPr/>
          </p:nvSpPr>
          <p:spPr>
            <a:xfrm>
              <a:off x="0" y="0"/>
              <a:ext cx="3553653" cy="8953198"/>
            </a:xfrm>
            <a:custGeom>
              <a:avLst/>
              <a:gdLst/>
              <a:ahLst/>
              <a:cxnLst/>
              <a:rect l="l" t="t" r="r" b="b"/>
              <a:pathLst>
                <a:path w="3553653" h="8953198" extrusionOk="0">
                  <a:moveTo>
                    <a:pt x="0" y="0"/>
                  </a:moveTo>
                  <a:lnTo>
                    <a:pt x="3553653" y="0"/>
                  </a:lnTo>
                  <a:lnTo>
                    <a:pt x="3553653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576" name="Google Shape;576;p23">
              <a:extLst>
                <a:ext uri="{FF2B5EF4-FFF2-40B4-BE49-F238E27FC236}">
                  <a16:creationId xmlns:a16="http://schemas.microsoft.com/office/drawing/2014/main" id="{D1FF866D-B853-371B-53FB-D28CD4FD06F4}"/>
                </a:ext>
              </a:extLst>
            </p:cNvPr>
            <p:cNvSpPr txBox="1"/>
            <p:nvPr/>
          </p:nvSpPr>
          <p:spPr>
            <a:xfrm>
              <a:off x="0" y="-47625"/>
              <a:ext cx="355365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23">
            <a:extLst>
              <a:ext uri="{FF2B5EF4-FFF2-40B4-BE49-F238E27FC236}">
                <a16:creationId xmlns:a16="http://schemas.microsoft.com/office/drawing/2014/main" id="{5F1D1AD6-E18D-E920-D25E-B29F4C3E35A0}"/>
              </a:ext>
            </a:extLst>
          </p:cNvPr>
          <p:cNvGrpSpPr/>
          <p:nvPr/>
        </p:nvGrpSpPr>
        <p:grpSpPr>
          <a:xfrm rot="2700000">
            <a:off x="-1234442" y="2968399"/>
            <a:ext cx="2596748" cy="2777574"/>
            <a:chOff x="0" y="-47625"/>
            <a:chExt cx="683917" cy="731542"/>
          </a:xfrm>
        </p:grpSpPr>
        <p:sp>
          <p:nvSpPr>
            <p:cNvPr id="584" name="Google Shape;584;p23">
              <a:extLst>
                <a:ext uri="{FF2B5EF4-FFF2-40B4-BE49-F238E27FC236}">
                  <a16:creationId xmlns:a16="http://schemas.microsoft.com/office/drawing/2014/main" id="{6D984BB8-EAD9-2143-0193-1C76733797C6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85" name="Google Shape;585;p23">
              <a:extLst>
                <a:ext uri="{FF2B5EF4-FFF2-40B4-BE49-F238E27FC236}">
                  <a16:creationId xmlns:a16="http://schemas.microsoft.com/office/drawing/2014/main" id="{DAC26985-CA1B-E1D6-C661-F9DC94C8DCA7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6" name="Google Shape;586;p23">
            <a:extLst>
              <a:ext uri="{FF2B5EF4-FFF2-40B4-BE49-F238E27FC236}">
                <a16:creationId xmlns:a16="http://schemas.microsoft.com/office/drawing/2014/main" id="{AEDDC9AB-F604-3ABF-AA02-0D78DA86859F}"/>
              </a:ext>
            </a:extLst>
          </p:cNvPr>
          <p:cNvGrpSpPr/>
          <p:nvPr/>
        </p:nvGrpSpPr>
        <p:grpSpPr>
          <a:xfrm rot="2700000">
            <a:off x="14389554" y="-1452719"/>
            <a:ext cx="2596748" cy="2777574"/>
            <a:chOff x="0" y="-47625"/>
            <a:chExt cx="683917" cy="731542"/>
          </a:xfrm>
        </p:grpSpPr>
        <p:sp>
          <p:nvSpPr>
            <p:cNvPr id="587" name="Google Shape;587;p23">
              <a:extLst>
                <a:ext uri="{FF2B5EF4-FFF2-40B4-BE49-F238E27FC236}">
                  <a16:creationId xmlns:a16="http://schemas.microsoft.com/office/drawing/2014/main" id="{CDE1A180-27BC-B78F-23FB-34F5E6281CF7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88" name="Google Shape;588;p23">
              <a:extLst>
                <a:ext uri="{FF2B5EF4-FFF2-40B4-BE49-F238E27FC236}">
                  <a16:creationId xmlns:a16="http://schemas.microsoft.com/office/drawing/2014/main" id="{53865C40-EB05-E685-C6F1-B61F8DEF6C15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23">
            <a:extLst>
              <a:ext uri="{FF2B5EF4-FFF2-40B4-BE49-F238E27FC236}">
                <a16:creationId xmlns:a16="http://schemas.microsoft.com/office/drawing/2014/main" id="{8A1B2E59-626C-AE5D-ED2B-06F74B4B7A30}"/>
              </a:ext>
            </a:extLst>
          </p:cNvPr>
          <p:cNvGrpSpPr/>
          <p:nvPr/>
        </p:nvGrpSpPr>
        <p:grpSpPr>
          <a:xfrm rot="2700000">
            <a:off x="12741022" y="-2190730"/>
            <a:ext cx="2741636" cy="2922462"/>
            <a:chOff x="0" y="-47625"/>
            <a:chExt cx="722077" cy="769702"/>
          </a:xfrm>
        </p:grpSpPr>
        <p:sp>
          <p:nvSpPr>
            <p:cNvPr id="590" name="Google Shape;590;p23">
              <a:extLst>
                <a:ext uri="{FF2B5EF4-FFF2-40B4-BE49-F238E27FC236}">
                  <a16:creationId xmlns:a16="http://schemas.microsoft.com/office/drawing/2014/main" id="{D09DAA91-0981-CCDE-2D90-A20F217C4A0E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1" name="Google Shape;591;p23">
              <a:extLst>
                <a:ext uri="{FF2B5EF4-FFF2-40B4-BE49-F238E27FC236}">
                  <a16:creationId xmlns:a16="http://schemas.microsoft.com/office/drawing/2014/main" id="{63DDEE85-4D6D-13F2-C2DC-C59A4F7B5498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23">
            <a:extLst>
              <a:ext uri="{FF2B5EF4-FFF2-40B4-BE49-F238E27FC236}">
                <a16:creationId xmlns:a16="http://schemas.microsoft.com/office/drawing/2014/main" id="{5D1EC560-8130-2458-1FC3-DE32BED33989}"/>
              </a:ext>
            </a:extLst>
          </p:cNvPr>
          <p:cNvGrpSpPr/>
          <p:nvPr/>
        </p:nvGrpSpPr>
        <p:grpSpPr>
          <a:xfrm rot="2700000">
            <a:off x="18520583" y="6670763"/>
            <a:ext cx="2741636" cy="2922462"/>
            <a:chOff x="0" y="-47625"/>
            <a:chExt cx="722077" cy="769702"/>
          </a:xfrm>
        </p:grpSpPr>
        <p:sp>
          <p:nvSpPr>
            <p:cNvPr id="593" name="Google Shape;593;p23">
              <a:extLst>
                <a:ext uri="{FF2B5EF4-FFF2-40B4-BE49-F238E27FC236}">
                  <a16:creationId xmlns:a16="http://schemas.microsoft.com/office/drawing/2014/main" id="{A4553018-B721-57EE-D092-AE9F08C2335E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4" name="Google Shape;594;p23">
              <a:extLst>
                <a:ext uri="{FF2B5EF4-FFF2-40B4-BE49-F238E27FC236}">
                  <a16:creationId xmlns:a16="http://schemas.microsoft.com/office/drawing/2014/main" id="{B8AC99C0-4BF9-0C72-7A01-7941C2474E2D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5" name="Google Shape;595;p23">
            <a:extLst>
              <a:ext uri="{FF2B5EF4-FFF2-40B4-BE49-F238E27FC236}">
                <a16:creationId xmlns:a16="http://schemas.microsoft.com/office/drawing/2014/main" id="{5184DF7B-6035-1A02-A609-442952850E42}"/>
              </a:ext>
            </a:extLst>
          </p:cNvPr>
          <p:cNvGrpSpPr/>
          <p:nvPr/>
        </p:nvGrpSpPr>
        <p:grpSpPr>
          <a:xfrm rot="2700000">
            <a:off x="18313819" y="6670763"/>
            <a:ext cx="2741636" cy="2922462"/>
            <a:chOff x="0" y="-47625"/>
            <a:chExt cx="722077" cy="769702"/>
          </a:xfrm>
        </p:grpSpPr>
        <p:sp>
          <p:nvSpPr>
            <p:cNvPr id="596" name="Google Shape;596;p23">
              <a:extLst>
                <a:ext uri="{FF2B5EF4-FFF2-40B4-BE49-F238E27FC236}">
                  <a16:creationId xmlns:a16="http://schemas.microsoft.com/office/drawing/2014/main" id="{E98FD174-A890-1B50-4F46-CE592235E0E2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97" name="Google Shape;597;p23">
              <a:extLst>
                <a:ext uri="{FF2B5EF4-FFF2-40B4-BE49-F238E27FC236}">
                  <a16:creationId xmlns:a16="http://schemas.microsoft.com/office/drawing/2014/main" id="{596A0992-3710-38A8-74E0-4675EB4E403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A781AC-DB75-5410-B1B0-A804289F4AC3}"/>
              </a:ext>
            </a:extLst>
          </p:cNvPr>
          <p:cNvSpPr txBox="1"/>
          <p:nvPr/>
        </p:nvSpPr>
        <p:spPr>
          <a:xfrm>
            <a:off x="9144000" y="1643608"/>
            <a:ext cx="604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Integration of Technical and Management Skills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CD4C2-1ACC-61E3-226C-DDCF61A292BB}"/>
              </a:ext>
            </a:extLst>
          </p:cNvPr>
          <p:cNvSpPr txBox="1"/>
          <p:nvPr/>
        </p:nvSpPr>
        <p:spPr>
          <a:xfrm>
            <a:off x="9112031" y="3299195"/>
            <a:ext cx="11112988" cy="777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of Management Theories and Technical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nton" pitchFamily="2" charset="0"/>
                <a:cs typeface="Times New Roman" panose="02020603050405020304" pitchFamily="18" charset="0"/>
              </a:rPr>
              <a:t>Expertise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charts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timeline adherence in launches like iPhone and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Vision Pro.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Lean Management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for efficiency.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Maslow’s Hierarchy to motivate teams.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nton" pitchFamily="2" charset="0"/>
                <a:cs typeface="Times New Roman" panose="02020603050405020304" pitchFamily="18" charset="0"/>
              </a:rPr>
              <a:t>Risk Management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contingency plans for supply chain risks using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planning to counter chip shortages. Risk matrix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cybersecurity threats.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525;p21">
            <a:extLst>
              <a:ext uri="{FF2B5EF4-FFF2-40B4-BE49-F238E27FC236}">
                <a16:creationId xmlns:a16="http://schemas.microsoft.com/office/drawing/2014/main" id="{F720E482-9DFB-45DD-DE90-D15117CE7FFB}"/>
              </a:ext>
            </a:extLst>
          </p:cNvPr>
          <p:cNvSpPr txBox="1"/>
          <p:nvPr/>
        </p:nvSpPr>
        <p:spPr>
          <a:xfrm>
            <a:off x="-26713244" y="818588"/>
            <a:ext cx="783036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BI Dashboard (Example Visualization)</a:t>
            </a:r>
            <a:endParaRPr sz="4800" dirty="0">
              <a:latin typeface="Anton" pitchFamily="2" charset="0"/>
            </a:endParaRPr>
          </a:p>
        </p:txBody>
      </p:sp>
      <p:grpSp>
        <p:nvGrpSpPr>
          <p:cNvPr id="14" name="Google Shape;528;p21">
            <a:extLst>
              <a:ext uri="{FF2B5EF4-FFF2-40B4-BE49-F238E27FC236}">
                <a16:creationId xmlns:a16="http://schemas.microsoft.com/office/drawing/2014/main" id="{E95D67AF-3B28-EF43-D8C4-C693AC2B0CF3}"/>
              </a:ext>
            </a:extLst>
          </p:cNvPr>
          <p:cNvGrpSpPr/>
          <p:nvPr/>
        </p:nvGrpSpPr>
        <p:grpSpPr>
          <a:xfrm rot="2700000">
            <a:off x="-26994080" y="9602666"/>
            <a:ext cx="2741636" cy="2922462"/>
            <a:chOff x="0" y="-47625"/>
            <a:chExt cx="722077" cy="769702"/>
          </a:xfrm>
        </p:grpSpPr>
        <p:sp>
          <p:nvSpPr>
            <p:cNvPr id="15" name="Google Shape;529;p21">
              <a:extLst>
                <a:ext uri="{FF2B5EF4-FFF2-40B4-BE49-F238E27FC236}">
                  <a16:creationId xmlns:a16="http://schemas.microsoft.com/office/drawing/2014/main" id="{7EED908B-4FB6-6C55-012D-64E197FE91D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530;p21">
              <a:extLst>
                <a:ext uri="{FF2B5EF4-FFF2-40B4-BE49-F238E27FC236}">
                  <a16:creationId xmlns:a16="http://schemas.microsoft.com/office/drawing/2014/main" id="{5A4171E7-61EC-FCC6-4044-552C7B6080AD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1;p21">
            <a:extLst>
              <a:ext uri="{FF2B5EF4-FFF2-40B4-BE49-F238E27FC236}">
                <a16:creationId xmlns:a16="http://schemas.microsoft.com/office/drawing/2014/main" id="{42655319-BABB-597E-15D1-B96DFC0C035B}"/>
              </a:ext>
            </a:extLst>
          </p:cNvPr>
          <p:cNvGrpSpPr/>
          <p:nvPr/>
        </p:nvGrpSpPr>
        <p:grpSpPr>
          <a:xfrm rot="2700000">
            <a:off x="34619812" y="-656824"/>
            <a:ext cx="2741636" cy="2922462"/>
            <a:chOff x="0" y="-47625"/>
            <a:chExt cx="722077" cy="769702"/>
          </a:xfrm>
        </p:grpSpPr>
        <p:sp>
          <p:nvSpPr>
            <p:cNvPr id="18" name="Google Shape;532;p21">
              <a:extLst>
                <a:ext uri="{FF2B5EF4-FFF2-40B4-BE49-F238E27FC236}">
                  <a16:creationId xmlns:a16="http://schemas.microsoft.com/office/drawing/2014/main" id="{F32A4F9D-43F7-C698-DA55-6E15A9B9B42D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9" name="Google Shape;533;p21">
              <a:extLst>
                <a:ext uri="{FF2B5EF4-FFF2-40B4-BE49-F238E27FC236}">
                  <a16:creationId xmlns:a16="http://schemas.microsoft.com/office/drawing/2014/main" id="{7729C6A2-E4AA-7873-5C72-F4A913A09F0A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34;p21">
            <a:extLst>
              <a:ext uri="{FF2B5EF4-FFF2-40B4-BE49-F238E27FC236}">
                <a16:creationId xmlns:a16="http://schemas.microsoft.com/office/drawing/2014/main" id="{E63CE483-450B-8C45-1B3F-DD9DF27EBFA8}"/>
              </a:ext>
            </a:extLst>
          </p:cNvPr>
          <p:cNvGrpSpPr/>
          <p:nvPr/>
        </p:nvGrpSpPr>
        <p:grpSpPr>
          <a:xfrm rot="2700000">
            <a:off x="35981863" y="-1114024"/>
            <a:ext cx="2741636" cy="2922462"/>
            <a:chOff x="0" y="-47625"/>
            <a:chExt cx="722077" cy="769702"/>
          </a:xfrm>
        </p:grpSpPr>
        <p:sp>
          <p:nvSpPr>
            <p:cNvPr id="21" name="Google Shape;535;p21">
              <a:extLst>
                <a:ext uri="{FF2B5EF4-FFF2-40B4-BE49-F238E27FC236}">
                  <a16:creationId xmlns:a16="http://schemas.microsoft.com/office/drawing/2014/main" id="{11B18AE2-3DA4-9932-B436-A5075F5A9FC2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2" name="Google Shape;536;p21">
              <a:extLst>
                <a:ext uri="{FF2B5EF4-FFF2-40B4-BE49-F238E27FC236}">
                  <a16:creationId xmlns:a16="http://schemas.microsoft.com/office/drawing/2014/main" id="{84B8E5A5-3F51-FABD-44DC-0B0FEA6FF94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Picture 22" descr="A screenshot of a graph">
            <a:extLst>
              <a:ext uri="{FF2B5EF4-FFF2-40B4-BE49-F238E27FC236}">
                <a16:creationId xmlns:a16="http://schemas.microsoft.com/office/drawing/2014/main" id="{39E1A921-A72A-3C6B-0FD6-576DC6AE4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1057" y="4256968"/>
            <a:ext cx="12744270" cy="71883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CF6269-C51F-31D7-FFCA-EF05E19FA73F}"/>
              </a:ext>
            </a:extLst>
          </p:cNvPr>
          <p:cNvSpPr txBox="1"/>
          <p:nvPr/>
        </p:nvSpPr>
        <p:spPr>
          <a:xfrm>
            <a:off x="23651529" y="1400926"/>
            <a:ext cx="604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Management Concepts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47BA5-E910-A937-0190-BB4F8B563588}"/>
              </a:ext>
            </a:extLst>
          </p:cNvPr>
          <p:cNvSpPr txBox="1"/>
          <p:nvPr/>
        </p:nvSpPr>
        <p:spPr>
          <a:xfrm>
            <a:off x="23648433" y="2978239"/>
            <a:ext cx="10564584" cy="7124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Planning: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brand equity, innovation.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Weaknesses: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product prices.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Expansion in developing markets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Threats: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saturation, supply chain risks.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Porter’s Five Forces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Bargaining power of suppliers: High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reliance on unique components.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Leadership and Decision Making: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decision-making led by Tim Cook.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diversity and cross-functional teams.</a:t>
            </a:r>
          </a:p>
        </p:txBody>
      </p:sp>
    </p:spTree>
    <p:extLst>
      <p:ext uri="{BB962C8B-B14F-4D97-AF65-F5344CB8AC3E}">
        <p14:creationId xmlns:p14="http://schemas.microsoft.com/office/powerpoint/2010/main" val="2689652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574;p23">
            <a:extLst>
              <a:ext uri="{FF2B5EF4-FFF2-40B4-BE49-F238E27FC236}">
                <a16:creationId xmlns:a16="http://schemas.microsoft.com/office/drawing/2014/main" id="{7D31FF36-2B12-EA60-DC50-981CD1C28404}"/>
              </a:ext>
            </a:extLst>
          </p:cNvPr>
          <p:cNvGrpSpPr/>
          <p:nvPr/>
        </p:nvGrpSpPr>
        <p:grpSpPr>
          <a:xfrm rot="1298099">
            <a:off x="22147848" y="-13958277"/>
            <a:ext cx="13492776" cy="34175000"/>
            <a:chOff x="0" y="-47625"/>
            <a:chExt cx="3553653" cy="9000823"/>
          </a:xfrm>
        </p:grpSpPr>
        <p:sp>
          <p:nvSpPr>
            <p:cNvPr id="18" name="Google Shape;575;p23">
              <a:extLst>
                <a:ext uri="{FF2B5EF4-FFF2-40B4-BE49-F238E27FC236}">
                  <a16:creationId xmlns:a16="http://schemas.microsoft.com/office/drawing/2014/main" id="{F7B4830B-8792-A17F-37DD-31882F075E90}"/>
                </a:ext>
              </a:extLst>
            </p:cNvPr>
            <p:cNvSpPr/>
            <p:nvPr/>
          </p:nvSpPr>
          <p:spPr>
            <a:xfrm>
              <a:off x="0" y="0"/>
              <a:ext cx="3553653" cy="8953198"/>
            </a:xfrm>
            <a:custGeom>
              <a:avLst/>
              <a:gdLst/>
              <a:ahLst/>
              <a:cxnLst/>
              <a:rect l="l" t="t" r="r" b="b"/>
              <a:pathLst>
                <a:path w="3553653" h="8953198" extrusionOk="0">
                  <a:moveTo>
                    <a:pt x="0" y="0"/>
                  </a:moveTo>
                  <a:lnTo>
                    <a:pt x="3553653" y="0"/>
                  </a:lnTo>
                  <a:lnTo>
                    <a:pt x="3553653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9" name="Google Shape;576;p23">
              <a:extLst>
                <a:ext uri="{FF2B5EF4-FFF2-40B4-BE49-F238E27FC236}">
                  <a16:creationId xmlns:a16="http://schemas.microsoft.com/office/drawing/2014/main" id="{F14DD32C-9F15-8A50-55C9-796BB6658A2A}"/>
                </a:ext>
              </a:extLst>
            </p:cNvPr>
            <p:cNvSpPr txBox="1"/>
            <p:nvPr/>
          </p:nvSpPr>
          <p:spPr>
            <a:xfrm>
              <a:off x="0" y="-47625"/>
              <a:ext cx="355365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Google Shape;573;p23">
            <a:extLst>
              <a:ext uri="{FF2B5EF4-FFF2-40B4-BE49-F238E27FC236}">
                <a16:creationId xmlns:a16="http://schemas.microsoft.com/office/drawing/2014/main" id="{B18406B6-9DD7-583B-27E4-07A4541E7E2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-17249481" y="0"/>
            <a:ext cx="17174098" cy="11445309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1"/>
          <p:cNvSpPr txBox="1"/>
          <p:nvPr/>
        </p:nvSpPr>
        <p:spPr>
          <a:xfrm>
            <a:off x="459143" y="274584"/>
            <a:ext cx="783036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BI Dashboard (Example Visualization)</a:t>
            </a:r>
            <a:endParaRPr sz="4800" dirty="0">
              <a:latin typeface="Anton" pitchFamily="2" charset="0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459143" y="2428438"/>
            <a:ext cx="4595583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Presented: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by region.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trends.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efficiency metrics</a:t>
            </a:r>
            <a:r>
              <a:rPr lang="en-US" dirty="0"/>
              <a:t>.</a:t>
            </a:r>
          </a:p>
        </p:txBody>
      </p:sp>
      <p:grpSp>
        <p:nvGrpSpPr>
          <p:cNvPr id="528" name="Google Shape;528;p21"/>
          <p:cNvGrpSpPr/>
          <p:nvPr/>
        </p:nvGrpSpPr>
        <p:grpSpPr>
          <a:xfrm rot="2700000">
            <a:off x="-4361537" y="5329835"/>
            <a:ext cx="2741636" cy="2922462"/>
            <a:chOff x="0" y="-47625"/>
            <a:chExt cx="722077" cy="769702"/>
          </a:xfrm>
        </p:grpSpPr>
        <p:sp>
          <p:nvSpPr>
            <p:cNvPr id="529" name="Google Shape;529;p21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0" name="Google Shape;530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1"/>
          <p:cNvGrpSpPr/>
          <p:nvPr/>
        </p:nvGrpSpPr>
        <p:grpSpPr>
          <a:xfrm rot="2700000">
            <a:off x="7310950" y="-2119694"/>
            <a:ext cx="2741636" cy="2922462"/>
            <a:chOff x="0" y="-47625"/>
            <a:chExt cx="722077" cy="769702"/>
          </a:xfrm>
        </p:grpSpPr>
        <p:sp>
          <p:nvSpPr>
            <p:cNvPr id="532" name="Google Shape;532;p21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3" name="Google Shape;533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1"/>
          <p:cNvGrpSpPr/>
          <p:nvPr/>
        </p:nvGrpSpPr>
        <p:grpSpPr>
          <a:xfrm rot="2700000">
            <a:off x="8673001" y="-2576894"/>
            <a:ext cx="2741636" cy="2922462"/>
            <a:chOff x="0" y="-47625"/>
            <a:chExt cx="722077" cy="769702"/>
          </a:xfrm>
        </p:grpSpPr>
        <p:sp>
          <p:nvSpPr>
            <p:cNvPr id="535" name="Google Shape;535;p21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36" name="Google Shape;536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 descr="A screenshot of a graph">
            <a:extLst>
              <a:ext uri="{FF2B5EF4-FFF2-40B4-BE49-F238E27FC236}">
                <a16:creationId xmlns:a16="http://schemas.microsoft.com/office/drawing/2014/main" id="{926A7F61-C8DB-4C83-EE32-2E127A0F5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097" y="1643608"/>
            <a:ext cx="12744270" cy="7188341"/>
          </a:xfrm>
          <a:prstGeom prst="rect">
            <a:avLst/>
          </a:prstGeom>
        </p:spPr>
      </p:pic>
      <p:sp>
        <p:nvSpPr>
          <p:cNvPr id="4" name="Google Shape;525;p21">
            <a:extLst>
              <a:ext uri="{FF2B5EF4-FFF2-40B4-BE49-F238E27FC236}">
                <a16:creationId xmlns:a16="http://schemas.microsoft.com/office/drawing/2014/main" id="{929F9892-DCC7-6670-5921-26143E249C7D}"/>
              </a:ext>
            </a:extLst>
          </p:cNvPr>
          <p:cNvSpPr txBox="1"/>
          <p:nvPr/>
        </p:nvSpPr>
        <p:spPr>
          <a:xfrm>
            <a:off x="-23841536" y="304561"/>
            <a:ext cx="783036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BI Dashboard (Example Visualization)</a:t>
            </a:r>
            <a:endParaRPr sz="4800" dirty="0">
              <a:latin typeface="Anton" pitchFamily="2" charset="0"/>
            </a:endParaRPr>
          </a:p>
        </p:txBody>
      </p:sp>
      <p:grpSp>
        <p:nvGrpSpPr>
          <p:cNvPr id="5" name="Google Shape;528;p21">
            <a:extLst>
              <a:ext uri="{FF2B5EF4-FFF2-40B4-BE49-F238E27FC236}">
                <a16:creationId xmlns:a16="http://schemas.microsoft.com/office/drawing/2014/main" id="{74752E8B-33C1-CF03-F80A-CCEBFE695DB1}"/>
              </a:ext>
            </a:extLst>
          </p:cNvPr>
          <p:cNvGrpSpPr/>
          <p:nvPr/>
        </p:nvGrpSpPr>
        <p:grpSpPr>
          <a:xfrm rot="2700000">
            <a:off x="-24122372" y="9088639"/>
            <a:ext cx="2741636" cy="2922462"/>
            <a:chOff x="0" y="-47625"/>
            <a:chExt cx="722077" cy="769702"/>
          </a:xfrm>
        </p:grpSpPr>
        <p:sp>
          <p:nvSpPr>
            <p:cNvPr id="6" name="Google Shape;529;p21">
              <a:extLst>
                <a:ext uri="{FF2B5EF4-FFF2-40B4-BE49-F238E27FC236}">
                  <a16:creationId xmlns:a16="http://schemas.microsoft.com/office/drawing/2014/main" id="{7F8A10D1-27CD-09A1-4B04-E032E4FD26EE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" name="Google Shape;530;p21">
              <a:extLst>
                <a:ext uri="{FF2B5EF4-FFF2-40B4-BE49-F238E27FC236}">
                  <a16:creationId xmlns:a16="http://schemas.microsoft.com/office/drawing/2014/main" id="{B81FC1D6-BF03-9CCF-EF78-9193CADDF0D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31;p21">
            <a:extLst>
              <a:ext uri="{FF2B5EF4-FFF2-40B4-BE49-F238E27FC236}">
                <a16:creationId xmlns:a16="http://schemas.microsoft.com/office/drawing/2014/main" id="{2BAA39D2-DA88-AB2E-8255-DEEDD6A748E1}"/>
              </a:ext>
            </a:extLst>
          </p:cNvPr>
          <p:cNvGrpSpPr/>
          <p:nvPr/>
        </p:nvGrpSpPr>
        <p:grpSpPr>
          <a:xfrm rot="2700000">
            <a:off x="27549355" y="-1385056"/>
            <a:ext cx="2741636" cy="2922462"/>
            <a:chOff x="0" y="-47625"/>
            <a:chExt cx="722077" cy="769702"/>
          </a:xfrm>
        </p:grpSpPr>
        <p:sp>
          <p:nvSpPr>
            <p:cNvPr id="9" name="Google Shape;532;p21">
              <a:extLst>
                <a:ext uri="{FF2B5EF4-FFF2-40B4-BE49-F238E27FC236}">
                  <a16:creationId xmlns:a16="http://schemas.microsoft.com/office/drawing/2014/main" id="{18B85951-89FD-C62C-C9AF-B692D47C57E4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" name="Google Shape;533;p21">
              <a:extLst>
                <a:ext uri="{FF2B5EF4-FFF2-40B4-BE49-F238E27FC236}">
                  <a16:creationId xmlns:a16="http://schemas.microsoft.com/office/drawing/2014/main" id="{BA88B598-B07E-6260-03B7-97E86F02095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34;p21">
            <a:extLst>
              <a:ext uri="{FF2B5EF4-FFF2-40B4-BE49-F238E27FC236}">
                <a16:creationId xmlns:a16="http://schemas.microsoft.com/office/drawing/2014/main" id="{15393CF8-3476-3C77-DDB2-D602558B126A}"/>
              </a:ext>
            </a:extLst>
          </p:cNvPr>
          <p:cNvGrpSpPr/>
          <p:nvPr/>
        </p:nvGrpSpPr>
        <p:grpSpPr>
          <a:xfrm rot="2700000">
            <a:off x="28911406" y="-1842256"/>
            <a:ext cx="2741636" cy="2922462"/>
            <a:chOff x="0" y="-47625"/>
            <a:chExt cx="722077" cy="769702"/>
          </a:xfrm>
        </p:grpSpPr>
        <p:sp>
          <p:nvSpPr>
            <p:cNvPr id="12" name="Google Shape;535;p21">
              <a:extLst>
                <a:ext uri="{FF2B5EF4-FFF2-40B4-BE49-F238E27FC236}">
                  <a16:creationId xmlns:a16="http://schemas.microsoft.com/office/drawing/2014/main" id="{658895DA-61B1-1ABD-2402-EC02CBBE725D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" name="Google Shape;536;p21">
              <a:extLst>
                <a:ext uri="{FF2B5EF4-FFF2-40B4-BE49-F238E27FC236}">
                  <a16:creationId xmlns:a16="http://schemas.microsoft.com/office/drawing/2014/main" id="{C8CE0545-1500-5130-00DB-BA76642246B4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" name="Picture 13" descr="A graph showing the number of people in the same direction&#10;&#10;Description automatically generated with medium confidence">
            <a:extLst>
              <a:ext uri="{FF2B5EF4-FFF2-40B4-BE49-F238E27FC236}">
                <a16:creationId xmlns:a16="http://schemas.microsoft.com/office/drawing/2014/main" id="{C2413243-7A14-E3AB-A312-611C4E2DD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0550" y="2794098"/>
            <a:ext cx="14204369" cy="79939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9F1F62-DC81-8F87-3D58-957B43380090}"/>
              </a:ext>
            </a:extLst>
          </p:cNvPr>
          <p:cNvSpPr txBox="1"/>
          <p:nvPr/>
        </p:nvSpPr>
        <p:spPr>
          <a:xfrm>
            <a:off x="19640986" y="1643608"/>
            <a:ext cx="604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Integration of Technical and Management Skills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9AD8C-E710-CD00-79E3-180425C64FBD}"/>
              </a:ext>
            </a:extLst>
          </p:cNvPr>
          <p:cNvSpPr txBox="1"/>
          <p:nvPr/>
        </p:nvSpPr>
        <p:spPr>
          <a:xfrm>
            <a:off x="19609017" y="3299195"/>
            <a:ext cx="11112988" cy="777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of Management Theories and Technical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nton" pitchFamily="2" charset="0"/>
                <a:cs typeface="Times New Roman" panose="02020603050405020304" pitchFamily="18" charset="0"/>
              </a:rPr>
              <a:t>Expertise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charts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timeline adherence in launches like iPhone and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Vision Pro.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Lean Management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for efficiency.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Maslow’s Hierarchy to motivate teams.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nton" pitchFamily="2" charset="0"/>
                <a:cs typeface="Times New Roman" panose="02020603050405020304" pitchFamily="18" charset="0"/>
              </a:rPr>
              <a:t>Risk Management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contingency plans for supply chain risks using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planning to counter chip shortages. Risk matrix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cybersecurity threats.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656372B9-A8DC-E0E3-9BB1-431405E6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number of people in the same direction&#10;&#10;Description automatically generated with medium confidence">
            <a:extLst>
              <a:ext uri="{FF2B5EF4-FFF2-40B4-BE49-F238E27FC236}">
                <a16:creationId xmlns:a16="http://schemas.microsoft.com/office/drawing/2014/main" id="{05700D61-ADE2-7AE4-ED7B-7C3BF69E5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45" y="2059460"/>
            <a:ext cx="14204369" cy="7993939"/>
          </a:xfrm>
          <a:prstGeom prst="rect">
            <a:avLst/>
          </a:prstGeom>
        </p:spPr>
      </p:pic>
      <p:pic>
        <p:nvPicPr>
          <p:cNvPr id="6" name="Picture 5" descr="A screenshot of a graph">
            <a:extLst>
              <a:ext uri="{FF2B5EF4-FFF2-40B4-BE49-F238E27FC236}">
                <a16:creationId xmlns:a16="http://schemas.microsoft.com/office/drawing/2014/main" id="{47DCAF0D-0436-8986-BC3D-E5CBE9088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276677" y="2794098"/>
            <a:ext cx="12744270" cy="7188341"/>
          </a:xfrm>
          <a:prstGeom prst="rect">
            <a:avLst/>
          </a:prstGeom>
        </p:spPr>
      </p:pic>
      <p:grpSp>
        <p:nvGrpSpPr>
          <p:cNvPr id="528" name="Google Shape;528;p21">
            <a:extLst>
              <a:ext uri="{FF2B5EF4-FFF2-40B4-BE49-F238E27FC236}">
                <a16:creationId xmlns:a16="http://schemas.microsoft.com/office/drawing/2014/main" id="{95E88E39-B939-49B7-DC85-AC2105F7DF64}"/>
              </a:ext>
            </a:extLst>
          </p:cNvPr>
          <p:cNvGrpSpPr/>
          <p:nvPr/>
        </p:nvGrpSpPr>
        <p:grpSpPr>
          <a:xfrm rot="2700000">
            <a:off x="631743" y="9088639"/>
            <a:ext cx="2741636" cy="2922462"/>
            <a:chOff x="0" y="-47625"/>
            <a:chExt cx="722077" cy="769702"/>
          </a:xfrm>
        </p:grpSpPr>
        <p:sp>
          <p:nvSpPr>
            <p:cNvPr id="529" name="Google Shape;529;p21">
              <a:extLst>
                <a:ext uri="{FF2B5EF4-FFF2-40B4-BE49-F238E27FC236}">
                  <a16:creationId xmlns:a16="http://schemas.microsoft.com/office/drawing/2014/main" id="{A33D269F-F194-BD24-110B-737F9FD7D66F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0" name="Google Shape;530;p21">
              <a:extLst>
                <a:ext uri="{FF2B5EF4-FFF2-40B4-BE49-F238E27FC236}">
                  <a16:creationId xmlns:a16="http://schemas.microsoft.com/office/drawing/2014/main" id="{E1D3DECE-672B-9552-DC80-53E074D0B6F5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1">
            <a:extLst>
              <a:ext uri="{FF2B5EF4-FFF2-40B4-BE49-F238E27FC236}">
                <a16:creationId xmlns:a16="http://schemas.microsoft.com/office/drawing/2014/main" id="{0B485AE5-8283-FCB1-CC67-36234879E38C}"/>
              </a:ext>
            </a:extLst>
          </p:cNvPr>
          <p:cNvGrpSpPr/>
          <p:nvPr/>
        </p:nvGrpSpPr>
        <p:grpSpPr>
          <a:xfrm rot="2700000">
            <a:off x="7310950" y="-2119694"/>
            <a:ext cx="2741636" cy="2922462"/>
            <a:chOff x="0" y="-47625"/>
            <a:chExt cx="722077" cy="769702"/>
          </a:xfrm>
        </p:grpSpPr>
        <p:sp>
          <p:nvSpPr>
            <p:cNvPr id="532" name="Google Shape;532;p21">
              <a:extLst>
                <a:ext uri="{FF2B5EF4-FFF2-40B4-BE49-F238E27FC236}">
                  <a16:creationId xmlns:a16="http://schemas.microsoft.com/office/drawing/2014/main" id="{DEC7DD98-C8E4-64CC-83EE-E5830D5E5C5A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3" name="Google Shape;533;p21">
              <a:extLst>
                <a:ext uri="{FF2B5EF4-FFF2-40B4-BE49-F238E27FC236}">
                  <a16:creationId xmlns:a16="http://schemas.microsoft.com/office/drawing/2014/main" id="{222DE000-D0FF-265A-BA99-13DC0BABB5B1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1">
            <a:extLst>
              <a:ext uri="{FF2B5EF4-FFF2-40B4-BE49-F238E27FC236}">
                <a16:creationId xmlns:a16="http://schemas.microsoft.com/office/drawing/2014/main" id="{8287896C-23AA-C473-028B-8FA5ED3A0483}"/>
              </a:ext>
            </a:extLst>
          </p:cNvPr>
          <p:cNvGrpSpPr/>
          <p:nvPr/>
        </p:nvGrpSpPr>
        <p:grpSpPr>
          <a:xfrm rot="2700000">
            <a:off x="8673001" y="-2576894"/>
            <a:ext cx="2741636" cy="2922462"/>
            <a:chOff x="0" y="-47625"/>
            <a:chExt cx="722077" cy="769702"/>
          </a:xfrm>
        </p:grpSpPr>
        <p:sp>
          <p:nvSpPr>
            <p:cNvPr id="535" name="Google Shape;535;p21">
              <a:extLst>
                <a:ext uri="{FF2B5EF4-FFF2-40B4-BE49-F238E27FC236}">
                  <a16:creationId xmlns:a16="http://schemas.microsoft.com/office/drawing/2014/main" id="{1E99DDA0-2E0A-EBB3-C757-0815A552ED78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36" name="Google Shape;536;p21">
              <a:extLst>
                <a:ext uri="{FF2B5EF4-FFF2-40B4-BE49-F238E27FC236}">
                  <a16:creationId xmlns:a16="http://schemas.microsoft.com/office/drawing/2014/main" id="{BB233243-78D8-05BB-07DD-2533B4D7839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oogle Shape;528;p21">
            <a:extLst>
              <a:ext uri="{FF2B5EF4-FFF2-40B4-BE49-F238E27FC236}">
                <a16:creationId xmlns:a16="http://schemas.microsoft.com/office/drawing/2014/main" id="{5DA9B533-A374-A677-025F-86868592C1A5}"/>
              </a:ext>
            </a:extLst>
          </p:cNvPr>
          <p:cNvGrpSpPr/>
          <p:nvPr/>
        </p:nvGrpSpPr>
        <p:grpSpPr>
          <a:xfrm rot="2700000">
            <a:off x="-21354550" y="9088639"/>
            <a:ext cx="2741636" cy="2922462"/>
            <a:chOff x="0" y="-47625"/>
            <a:chExt cx="722077" cy="769702"/>
          </a:xfrm>
        </p:grpSpPr>
        <p:sp>
          <p:nvSpPr>
            <p:cNvPr id="17" name="Google Shape;529;p21">
              <a:extLst>
                <a:ext uri="{FF2B5EF4-FFF2-40B4-BE49-F238E27FC236}">
                  <a16:creationId xmlns:a16="http://schemas.microsoft.com/office/drawing/2014/main" id="{A88EB8A5-BF72-1AC9-8530-8C1278B3C4CE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" name="Google Shape;530;p21">
              <a:extLst>
                <a:ext uri="{FF2B5EF4-FFF2-40B4-BE49-F238E27FC236}">
                  <a16:creationId xmlns:a16="http://schemas.microsoft.com/office/drawing/2014/main" id="{D9EDC98E-E502-AE04-3543-DD1FF7C2026B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7BC0F219-BF93-83E1-91AC-4D841D75EE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118" b="10360"/>
          <a:stretch/>
        </p:blipFill>
        <p:spPr>
          <a:xfrm>
            <a:off x="20129043" y="2230256"/>
            <a:ext cx="14751309" cy="7990456"/>
          </a:xfrm>
          <a:prstGeom prst="rect">
            <a:avLst/>
          </a:prstGeom>
        </p:spPr>
      </p:pic>
      <p:sp>
        <p:nvSpPr>
          <p:cNvPr id="9" name="Google Shape;525;p21">
            <a:extLst>
              <a:ext uri="{FF2B5EF4-FFF2-40B4-BE49-F238E27FC236}">
                <a16:creationId xmlns:a16="http://schemas.microsoft.com/office/drawing/2014/main" id="{A2D331FE-F6E9-22AC-3B0B-B65A82E6425E}"/>
              </a:ext>
            </a:extLst>
          </p:cNvPr>
          <p:cNvSpPr txBox="1"/>
          <p:nvPr/>
        </p:nvSpPr>
        <p:spPr>
          <a:xfrm>
            <a:off x="459143" y="274584"/>
            <a:ext cx="783036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BI Dashboard (Example Visualization)</a:t>
            </a:r>
            <a:endParaRPr sz="4800" dirty="0">
              <a:latin typeface="Anton" pitchFamily="2" charset="0"/>
            </a:endParaRPr>
          </a:p>
        </p:txBody>
      </p:sp>
      <p:sp>
        <p:nvSpPr>
          <p:cNvPr id="10" name="Google Shape;526;p21">
            <a:extLst>
              <a:ext uri="{FF2B5EF4-FFF2-40B4-BE49-F238E27FC236}">
                <a16:creationId xmlns:a16="http://schemas.microsoft.com/office/drawing/2014/main" id="{8C1DE3B8-6959-12B1-4167-0A25956FBA54}"/>
              </a:ext>
            </a:extLst>
          </p:cNvPr>
          <p:cNvSpPr txBox="1"/>
          <p:nvPr/>
        </p:nvSpPr>
        <p:spPr>
          <a:xfrm>
            <a:off x="-4717931" y="2428438"/>
            <a:ext cx="4595583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Presented: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by region.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trends.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efficiency metrics</a:t>
            </a:r>
            <a:r>
              <a:rPr lang="en-US" dirty="0"/>
              <a:t>.</a:t>
            </a:r>
          </a:p>
        </p:txBody>
      </p:sp>
      <p:sp>
        <p:nvSpPr>
          <p:cNvPr id="11" name="Google Shape;525;p21">
            <a:extLst>
              <a:ext uri="{FF2B5EF4-FFF2-40B4-BE49-F238E27FC236}">
                <a16:creationId xmlns:a16="http://schemas.microsoft.com/office/drawing/2014/main" id="{4ABDC965-6079-13EA-FC5E-CF1D1C97EB92}"/>
              </a:ext>
            </a:extLst>
          </p:cNvPr>
          <p:cNvSpPr txBox="1"/>
          <p:nvPr/>
        </p:nvSpPr>
        <p:spPr>
          <a:xfrm>
            <a:off x="459143" y="-969494"/>
            <a:ext cx="783036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BUSINESS PROCESS MODEL </a:t>
            </a:r>
            <a:endParaRPr sz="4800" dirty="0"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4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3D618785-A154-0223-DBD9-FF72C124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">
            <a:extLst>
              <a:ext uri="{FF2B5EF4-FFF2-40B4-BE49-F238E27FC236}">
                <a16:creationId xmlns:a16="http://schemas.microsoft.com/office/drawing/2014/main" id="{BACD2880-B144-2243-23D0-B340DE6A24CE}"/>
              </a:ext>
            </a:extLst>
          </p:cNvPr>
          <p:cNvSpPr txBox="1"/>
          <p:nvPr/>
        </p:nvSpPr>
        <p:spPr>
          <a:xfrm>
            <a:off x="912579" y="304561"/>
            <a:ext cx="783036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BUSINESS PROCESS MODEL </a:t>
            </a:r>
            <a:endParaRPr sz="4800" dirty="0">
              <a:latin typeface="Anton" pitchFamily="2" charset="0"/>
            </a:endParaRPr>
          </a:p>
        </p:txBody>
      </p:sp>
      <p:grpSp>
        <p:nvGrpSpPr>
          <p:cNvPr id="528" name="Google Shape;528;p21">
            <a:extLst>
              <a:ext uri="{FF2B5EF4-FFF2-40B4-BE49-F238E27FC236}">
                <a16:creationId xmlns:a16="http://schemas.microsoft.com/office/drawing/2014/main" id="{6A7D3728-8B7D-5B31-A30A-8825428A9520}"/>
              </a:ext>
            </a:extLst>
          </p:cNvPr>
          <p:cNvGrpSpPr/>
          <p:nvPr/>
        </p:nvGrpSpPr>
        <p:grpSpPr>
          <a:xfrm rot="2700000">
            <a:off x="631743" y="9088639"/>
            <a:ext cx="2741636" cy="2922462"/>
            <a:chOff x="0" y="-47625"/>
            <a:chExt cx="722077" cy="769702"/>
          </a:xfrm>
        </p:grpSpPr>
        <p:sp>
          <p:nvSpPr>
            <p:cNvPr id="529" name="Google Shape;529;p21">
              <a:extLst>
                <a:ext uri="{FF2B5EF4-FFF2-40B4-BE49-F238E27FC236}">
                  <a16:creationId xmlns:a16="http://schemas.microsoft.com/office/drawing/2014/main" id="{12A4B0FA-1D29-084C-B080-6025CBF671C5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0" name="Google Shape;530;p21">
              <a:extLst>
                <a:ext uri="{FF2B5EF4-FFF2-40B4-BE49-F238E27FC236}">
                  <a16:creationId xmlns:a16="http://schemas.microsoft.com/office/drawing/2014/main" id="{9DE5C22B-EFB2-2C7C-609D-8BEF5A322597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1">
            <a:extLst>
              <a:ext uri="{FF2B5EF4-FFF2-40B4-BE49-F238E27FC236}">
                <a16:creationId xmlns:a16="http://schemas.microsoft.com/office/drawing/2014/main" id="{64F1D1A3-EFC6-FC57-DD41-BCB91E2E6CE7}"/>
              </a:ext>
            </a:extLst>
          </p:cNvPr>
          <p:cNvGrpSpPr/>
          <p:nvPr/>
        </p:nvGrpSpPr>
        <p:grpSpPr>
          <a:xfrm rot="2700000">
            <a:off x="7310950" y="-2119694"/>
            <a:ext cx="2741636" cy="2922462"/>
            <a:chOff x="0" y="-47625"/>
            <a:chExt cx="722077" cy="769702"/>
          </a:xfrm>
        </p:grpSpPr>
        <p:sp>
          <p:nvSpPr>
            <p:cNvPr id="532" name="Google Shape;532;p21">
              <a:extLst>
                <a:ext uri="{FF2B5EF4-FFF2-40B4-BE49-F238E27FC236}">
                  <a16:creationId xmlns:a16="http://schemas.microsoft.com/office/drawing/2014/main" id="{A910472D-CEA2-7315-74C2-C7B5993D65AB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3" name="Google Shape;533;p21">
              <a:extLst>
                <a:ext uri="{FF2B5EF4-FFF2-40B4-BE49-F238E27FC236}">
                  <a16:creationId xmlns:a16="http://schemas.microsoft.com/office/drawing/2014/main" id="{3EA1E0CA-8CD5-ADAD-E9DC-181BC258915E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1">
            <a:extLst>
              <a:ext uri="{FF2B5EF4-FFF2-40B4-BE49-F238E27FC236}">
                <a16:creationId xmlns:a16="http://schemas.microsoft.com/office/drawing/2014/main" id="{7E0D840A-4752-3F22-8891-B94CAE9AF928}"/>
              </a:ext>
            </a:extLst>
          </p:cNvPr>
          <p:cNvGrpSpPr/>
          <p:nvPr/>
        </p:nvGrpSpPr>
        <p:grpSpPr>
          <a:xfrm rot="2700000">
            <a:off x="8673001" y="-2576894"/>
            <a:ext cx="2741636" cy="2922462"/>
            <a:chOff x="0" y="-47625"/>
            <a:chExt cx="722077" cy="769702"/>
          </a:xfrm>
        </p:grpSpPr>
        <p:sp>
          <p:nvSpPr>
            <p:cNvPr id="535" name="Google Shape;535;p21">
              <a:extLst>
                <a:ext uri="{FF2B5EF4-FFF2-40B4-BE49-F238E27FC236}">
                  <a16:creationId xmlns:a16="http://schemas.microsoft.com/office/drawing/2014/main" id="{06B5E7B3-34AB-01C3-F9D7-B059377197E1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36" name="Google Shape;536;p21">
              <a:extLst>
                <a:ext uri="{FF2B5EF4-FFF2-40B4-BE49-F238E27FC236}">
                  <a16:creationId xmlns:a16="http://schemas.microsoft.com/office/drawing/2014/main" id="{C0BB58F2-DF8F-E517-6D06-B915F325AE6B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73C176C-7533-C8FC-C5DB-8C20FFE63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18" b="10360"/>
          <a:stretch/>
        </p:blipFill>
        <p:spPr>
          <a:xfrm>
            <a:off x="3180811" y="1572394"/>
            <a:ext cx="14751309" cy="7990456"/>
          </a:xfrm>
          <a:prstGeom prst="rect">
            <a:avLst/>
          </a:prstGeom>
        </p:spPr>
      </p:pic>
      <p:sp>
        <p:nvSpPr>
          <p:cNvPr id="3" name="Google Shape;525;p21">
            <a:extLst>
              <a:ext uri="{FF2B5EF4-FFF2-40B4-BE49-F238E27FC236}">
                <a16:creationId xmlns:a16="http://schemas.microsoft.com/office/drawing/2014/main" id="{AE766A19-F603-3E58-254C-6CA0661F1333}"/>
              </a:ext>
            </a:extLst>
          </p:cNvPr>
          <p:cNvSpPr txBox="1"/>
          <p:nvPr/>
        </p:nvSpPr>
        <p:spPr>
          <a:xfrm>
            <a:off x="210897" y="-2688526"/>
            <a:ext cx="783036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BUSINESS PROCESS MODEL </a:t>
            </a:r>
            <a:endParaRPr sz="4800" dirty="0">
              <a:latin typeface="Anton" pitchFamily="2" charset="0"/>
            </a:endParaRPr>
          </a:p>
        </p:txBody>
      </p:sp>
      <p:grpSp>
        <p:nvGrpSpPr>
          <p:cNvPr id="17" name="Google Shape;528;p21">
            <a:extLst>
              <a:ext uri="{FF2B5EF4-FFF2-40B4-BE49-F238E27FC236}">
                <a16:creationId xmlns:a16="http://schemas.microsoft.com/office/drawing/2014/main" id="{3268B49A-F812-3645-A1FF-C02184E211CE}"/>
              </a:ext>
            </a:extLst>
          </p:cNvPr>
          <p:cNvGrpSpPr/>
          <p:nvPr/>
        </p:nvGrpSpPr>
        <p:grpSpPr>
          <a:xfrm rot="2700000">
            <a:off x="-21241389" y="10139205"/>
            <a:ext cx="2741636" cy="2922462"/>
            <a:chOff x="0" y="-47625"/>
            <a:chExt cx="722077" cy="769702"/>
          </a:xfrm>
        </p:grpSpPr>
        <p:sp>
          <p:nvSpPr>
            <p:cNvPr id="18" name="Google Shape;529;p21">
              <a:extLst>
                <a:ext uri="{FF2B5EF4-FFF2-40B4-BE49-F238E27FC236}">
                  <a16:creationId xmlns:a16="http://schemas.microsoft.com/office/drawing/2014/main" id="{7E9BF612-7A25-C2DF-C844-1B5FBE9A4777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9" name="Google Shape;530;p21">
              <a:extLst>
                <a:ext uri="{FF2B5EF4-FFF2-40B4-BE49-F238E27FC236}">
                  <a16:creationId xmlns:a16="http://schemas.microsoft.com/office/drawing/2014/main" id="{77661CC7-8E14-DEDD-5321-DF119E5B7593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413DF510-B2CB-412A-2AA1-4BD378E0CC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44" b="1851"/>
          <a:stretch/>
        </p:blipFill>
        <p:spPr>
          <a:xfrm>
            <a:off x="20836693" y="1798379"/>
            <a:ext cx="15251627" cy="7764471"/>
          </a:xfrm>
          <a:prstGeom prst="rect">
            <a:avLst/>
          </a:prstGeom>
        </p:spPr>
      </p:pic>
      <p:pic>
        <p:nvPicPr>
          <p:cNvPr id="4" name="Picture 3" descr="A graph showing the number of people in the same direction&#10;&#10;Description automatically generated with medium confidence">
            <a:extLst>
              <a:ext uri="{FF2B5EF4-FFF2-40B4-BE49-F238E27FC236}">
                <a16:creationId xmlns:a16="http://schemas.microsoft.com/office/drawing/2014/main" id="{E5075222-3FB8-EE5E-E49A-BA234AF73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875540" y="2059460"/>
            <a:ext cx="14204369" cy="7993939"/>
          </a:xfrm>
          <a:prstGeom prst="rect">
            <a:avLst/>
          </a:prstGeom>
        </p:spPr>
      </p:pic>
      <p:sp>
        <p:nvSpPr>
          <p:cNvPr id="5" name="Google Shape;525;p21">
            <a:extLst>
              <a:ext uri="{FF2B5EF4-FFF2-40B4-BE49-F238E27FC236}">
                <a16:creationId xmlns:a16="http://schemas.microsoft.com/office/drawing/2014/main" id="{75C82C32-606F-3F85-6564-5FEFB59E5A31}"/>
              </a:ext>
            </a:extLst>
          </p:cNvPr>
          <p:cNvSpPr txBox="1"/>
          <p:nvPr/>
        </p:nvSpPr>
        <p:spPr>
          <a:xfrm>
            <a:off x="459143" y="10869446"/>
            <a:ext cx="783036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BI Dashboard (Example Visualization)</a:t>
            </a:r>
            <a:endParaRPr sz="4800" dirty="0"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876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FA052553-2ED6-2E03-2595-5BEC9599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">
            <a:extLst>
              <a:ext uri="{FF2B5EF4-FFF2-40B4-BE49-F238E27FC236}">
                <a16:creationId xmlns:a16="http://schemas.microsoft.com/office/drawing/2014/main" id="{5E0E1B1B-BA2E-1A7F-1F63-92090DDC582E}"/>
              </a:ext>
            </a:extLst>
          </p:cNvPr>
          <p:cNvSpPr txBox="1"/>
          <p:nvPr/>
        </p:nvSpPr>
        <p:spPr>
          <a:xfrm>
            <a:off x="912579" y="304561"/>
            <a:ext cx="783036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Anton" pitchFamily="2" charset="0"/>
              </a:rPr>
              <a:t>BUSINESS PROCESS MODEL </a:t>
            </a:r>
            <a:endParaRPr sz="4800" dirty="0">
              <a:latin typeface="Anton" pitchFamily="2" charset="0"/>
            </a:endParaRPr>
          </a:p>
        </p:txBody>
      </p:sp>
      <p:grpSp>
        <p:nvGrpSpPr>
          <p:cNvPr id="528" name="Google Shape;528;p21">
            <a:extLst>
              <a:ext uri="{FF2B5EF4-FFF2-40B4-BE49-F238E27FC236}">
                <a16:creationId xmlns:a16="http://schemas.microsoft.com/office/drawing/2014/main" id="{7F734009-B0A6-8B28-80F3-2CD93EDC1058}"/>
              </a:ext>
            </a:extLst>
          </p:cNvPr>
          <p:cNvGrpSpPr/>
          <p:nvPr/>
        </p:nvGrpSpPr>
        <p:grpSpPr>
          <a:xfrm rot="2700000">
            <a:off x="631743" y="9088639"/>
            <a:ext cx="2741636" cy="2922462"/>
            <a:chOff x="0" y="-47625"/>
            <a:chExt cx="722077" cy="769702"/>
          </a:xfrm>
        </p:grpSpPr>
        <p:sp>
          <p:nvSpPr>
            <p:cNvPr id="529" name="Google Shape;529;p21">
              <a:extLst>
                <a:ext uri="{FF2B5EF4-FFF2-40B4-BE49-F238E27FC236}">
                  <a16:creationId xmlns:a16="http://schemas.microsoft.com/office/drawing/2014/main" id="{35220FF6-AD08-8AA3-EF83-B50441DA7643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0" name="Google Shape;530;p21">
              <a:extLst>
                <a:ext uri="{FF2B5EF4-FFF2-40B4-BE49-F238E27FC236}">
                  <a16:creationId xmlns:a16="http://schemas.microsoft.com/office/drawing/2014/main" id="{51EC5BB6-5DEF-2B2E-32D1-0D297B3BDDC2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1">
            <a:extLst>
              <a:ext uri="{FF2B5EF4-FFF2-40B4-BE49-F238E27FC236}">
                <a16:creationId xmlns:a16="http://schemas.microsoft.com/office/drawing/2014/main" id="{0A18ED3F-2152-81CE-EE2E-C7BF24D9D342}"/>
              </a:ext>
            </a:extLst>
          </p:cNvPr>
          <p:cNvGrpSpPr/>
          <p:nvPr/>
        </p:nvGrpSpPr>
        <p:grpSpPr>
          <a:xfrm rot="2700000">
            <a:off x="7310950" y="-2119694"/>
            <a:ext cx="2741636" cy="2922462"/>
            <a:chOff x="0" y="-47625"/>
            <a:chExt cx="722077" cy="769702"/>
          </a:xfrm>
        </p:grpSpPr>
        <p:sp>
          <p:nvSpPr>
            <p:cNvPr id="532" name="Google Shape;532;p21">
              <a:extLst>
                <a:ext uri="{FF2B5EF4-FFF2-40B4-BE49-F238E27FC236}">
                  <a16:creationId xmlns:a16="http://schemas.microsoft.com/office/drawing/2014/main" id="{8636213F-99E2-6E87-04CA-AAC405EFE235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3" name="Google Shape;533;p21">
              <a:extLst>
                <a:ext uri="{FF2B5EF4-FFF2-40B4-BE49-F238E27FC236}">
                  <a16:creationId xmlns:a16="http://schemas.microsoft.com/office/drawing/2014/main" id="{F554FCC2-EAEA-9122-AE59-16C1507C20CC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1">
            <a:extLst>
              <a:ext uri="{FF2B5EF4-FFF2-40B4-BE49-F238E27FC236}">
                <a16:creationId xmlns:a16="http://schemas.microsoft.com/office/drawing/2014/main" id="{07D5AEAF-DFFC-BAFB-2C91-E660BFEE3B5E}"/>
              </a:ext>
            </a:extLst>
          </p:cNvPr>
          <p:cNvGrpSpPr/>
          <p:nvPr/>
        </p:nvGrpSpPr>
        <p:grpSpPr>
          <a:xfrm rot="2700000">
            <a:off x="8673001" y="-2576894"/>
            <a:ext cx="2741636" cy="2922462"/>
            <a:chOff x="0" y="-47625"/>
            <a:chExt cx="722077" cy="769702"/>
          </a:xfrm>
        </p:grpSpPr>
        <p:sp>
          <p:nvSpPr>
            <p:cNvPr id="535" name="Google Shape;535;p21">
              <a:extLst>
                <a:ext uri="{FF2B5EF4-FFF2-40B4-BE49-F238E27FC236}">
                  <a16:creationId xmlns:a16="http://schemas.microsoft.com/office/drawing/2014/main" id="{0152328F-F89E-F498-C114-D28A2A05DB12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36" name="Google Shape;536;p21">
              <a:extLst>
                <a:ext uri="{FF2B5EF4-FFF2-40B4-BE49-F238E27FC236}">
                  <a16:creationId xmlns:a16="http://schemas.microsoft.com/office/drawing/2014/main" id="{A35E6DD7-ECEB-77D1-B633-E0EE72EC13CC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B0E6FF5-0227-F1FA-85A0-902E199D2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44" b="1851"/>
          <a:stretch/>
        </p:blipFill>
        <p:spPr>
          <a:xfrm>
            <a:off x="2605052" y="1471963"/>
            <a:ext cx="15251627" cy="7764471"/>
          </a:xfrm>
          <a:prstGeom prst="rect">
            <a:avLst/>
          </a:prstGeom>
        </p:spPr>
      </p:pic>
      <p:pic>
        <p:nvPicPr>
          <p:cNvPr id="3" name="Google Shape;604;p24">
            <a:extLst>
              <a:ext uri="{FF2B5EF4-FFF2-40B4-BE49-F238E27FC236}">
                <a16:creationId xmlns:a16="http://schemas.microsoft.com/office/drawing/2014/main" id="{353329E2-1B34-8846-6F84-0EB83BB0D60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24393817" y="-358540"/>
            <a:ext cx="950085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617;p24">
            <a:extLst>
              <a:ext uri="{FF2B5EF4-FFF2-40B4-BE49-F238E27FC236}">
                <a16:creationId xmlns:a16="http://schemas.microsoft.com/office/drawing/2014/main" id="{21CA9337-110B-4BF0-92E0-6D04F9E38AD4}"/>
              </a:ext>
            </a:extLst>
          </p:cNvPr>
          <p:cNvGrpSpPr/>
          <p:nvPr/>
        </p:nvGrpSpPr>
        <p:grpSpPr>
          <a:xfrm rot="2700000">
            <a:off x="32662368" y="1496063"/>
            <a:ext cx="2596748" cy="2777574"/>
            <a:chOff x="0" y="-47625"/>
            <a:chExt cx="683917" cy="731542"/>
          </a:xfrm>
        </p:grpSpPr>
        <p:sp>
          <p:nvSpPr>
            <p:cNvPr id="17" name="Google Shape;618;p24">
              <a:extLst>
                <a:ext uri="{FF2B5EF4-FFF2-40B4-BE49-F238E27FC236}">
                  <a16:creationId xmlns:a16="http://schemas.microsoft.com/office/drawing/2014/main" id="{0E19295D-7C5C-A848-94BC-D23F231BBE9E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" name="Google Shape;619;p24">
              <a:extLst>
                <a:ext uri="{FF2B5EF4-FFF2-40B4-BE49-F238E27FC236}">
                  <a16:creationId xmlns:a16="http://schemas.microsoft.com/office/drawing/2014/main" id="{B63FFEA5-4569-E826-FE40-0E4599256A18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620;p24">
            <a:extLst>
              <a:ext uri="{FF2B5EF4-FFF2-40B4-BE49-F238E27FC236}">
                <a16:creationId xmlns:a16="http://schemas.microsoft.com/office/drawing/2014/main" id="{1191D911-154C-1DA2-0FBC-48E0186D08FE}"/>
              </a:ext>
            </a:extLst>
          </p:cNvPr>
          <p:cNvGrpSpPr/>
          <p:nvPr/>
        </p:nvGrpSpPr>
        <p:grpSpPr>
          <a:xfrm rot="2700000">
            <a:off x="-22401472" y="10456112"/>
            <a:ext cx="2596748" cy="2777574"/>
            <a:chOff x="0" y="-47625"/>
            <a:chExt cx="683917" cy="731542"/>
          </a:xfrm>
        </p:grpSpPr>
        <p:sp>
          <p:nvSpPr>
            <p:cNvPr id="20" name="Google Shape;621;p24">
              <a:extLst>
                <a:ext uri="{FF2B5EF4-FFF2-40B4-BE49-F238E27FC236}">
                  <a16:creationId xmlns:a16="http://schemas.microsoft.com/office/drawing/2014/main" id="{E3A3A19D-632C-56A3-A78A-8141A1F27522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1" name="Google Shape;622;p24">
              <a:extLst>
                <a:ext uri="{FF2B5EF4-FFF2-40B4-BE49-F238E27FC236}">
                  <a16:creationId xmlns:a16="http://schemas.microsoft.com/office/drawing/2014/main" id="{4D79E76A-E1F5-B27C-DAAE-E6F413521034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623;p24">
            <a:extLst>
              <a:ext uri="{FF2B5EF4-FFF2-40B4-BE49-F238E27FC236}">
                <a16:creationId xmlns:a16="http://schemas.microsoft.com/office/drawing/2014/main" id="{5C2749A6-D9CF-8A93-D418-696D53056CB4}"/>
              </a:ext>
            </a:extLst>
          </p:cNvPr>
          <p:cNvSpPr txBox="1"/>
          <p:nvPr/>
        </p:nvSpPr>
        <p:spPr>
          <a:xfrm>
            <a:off x="311106" y="-2287234"/>
            <a:ext cx="480951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bg1"/>
                </a:solidFill>
                <a:latin typeface="Anton" pitchFamily="2" charset="0"/>
                <a:cs typeface="Times New Roman" panose="02020603050405020304" pitchFamily="18" charset="0"/>
              </a:rPr>
              <a:t>Recommendations</a:t>
            </a:r>
            <a:endParaRPr sz="4800" dirty="0">
              <a:solidFill>
                <a:schemeClr val="bg1"/>
              </a:solidFill>
              <a:latin typeface="Anton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624;p24">
            <a:extLst>
              <a:ext uri="{FF2B5EF4-FFF2-40B4-BE49-F238E27FC236}">
                <a16:creationId xmlns:a16="http://schemas.microsoft.com/office/drawing/2014/main" id="{4C42AF99-EF18-D4F9-7D27-7B83906D124E}"/>
              </a:ext>
            </a:extLst>
          </p:cNvPr>
          <p:cNvSpPr txBox="1"/>
          <p:nvPr/>
        </p:nvSpPr>
        <p:spPr>
          <a:xfrm>
            <a:off x="-22556564" y="3620534"/>
            <a:ext cx="7253700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Supply Chain Resilience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Diversify suppliers and use predictive analytics for risk mitigation. Onshoring production facilities and multi-supplier strategies.</a:t>
            </a:r>
          </a:p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Product Development: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AI-driven tools in R&amp;D.</a:t>
            </a:r>
          </a:p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Decision-Making: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Broaden the use of BI tools for real-time insights.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oogle Shape;625;p24">
            <a:extLst>
              <a:ext uri="{FF2B5EF4-FFF2-40B4-BE49-F238E27FC236}">
                <a16:creationId xmlns:a16="http://schemas.microsoft.com/office/drawing/2014/main" id="{290EF0F3-A06B-FFDA-ECF5-C1AD65BB895F}"/>
              </a:ext>
            </a:extLst>
          </p:cNvPr>
          <p:cNvGrpSpPr/>
          <p:nvPr/>
        </p:nvGrpSpPr>
        <p:grpSpPr>
          <a:xfrm rot="2700000">
            <a:off x="33138722" y="362562"/>
            <a:ext cx="2741636" cy="2922462"/>
            <a:chOff x="0" y="-47625"/>
            <a:chExt cx="722077" cy="769702"/>
          </a:xfrm>
        </p:grpSpPr>
        <p:sp>
          <p:nvSpPr>
            <p:cNvPr id="25" name="Google Shape;626;p24">
              <a:extLst>
                <a:ext uri="{FF2B5EF4-FFF2-40B4-BE49-F238E27FC236}">
                  <a16:creationId xmlns:a16="http://schemas.microsoft.com/office/drawing/2014/main" id="{C837E5BF-A7DB-D55C-B405-2BE11EF5D266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6" name="Google Shape;627;p24">
              <a:extLst>
                <a:ext uri="{FF2B5EF4-FFF2-40B4-BE49-F238E27FC236}">
                  <a16:creationId xmlns:a16="http://schemas.microsoft.com/office/drawing/2014/main" id="{1B1C2BBD-5415-766A-A4F9-BAE2EAC69A86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46CA227-8BA2-35D4-DEAE-4A1C4B8F22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118" b="10360"/>
          <a:stretch/>
        </p:blipFill>
        <p:spPr>
          <a:xfrm>
            <a:off x="-15274696" y="1572394"/>
            <a:ext cx="14751309" cy="799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83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4"/>
          <p:cNvPicPr preferRelativeResize="0"/>
          <p:nvPr/>
        </p:nvPicPr>
        <p:blipFill>
          <a:blip r:embed="rId3"/>
          <a:srcRect/>
          <a:stretch/>
        </p:blipFill>
        <p:spPr>
          <a:xfrm>
            <a:off x="9146138" y="0"/>
            <a:ext cx="950085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4"/>
          <p:cNvGrpSpPr/>
          <p:nvPr/>
        </p:nvGrpSpPr>
        <p:grpSpPr>
          <a:xfrm>
            <a:off x="-4107287" y="-793928"/>
            <a:ext cx="13492776" cy="34175000"/>
            <a:chOff x="0" y="-47625"/>
            <a:chExt cx="3553653" cy="9000823"/>
          </a:xfrm>
        </p:grpSpPr>
        <p:sp>
          <p:nvSpPr>
            <p:cNvPr id="606" name="Google Shape;606;p24"/>
            <p:cNvSpPr/>
            <p:nvPr/>
          </p:nvSpPr>
          <p:spPr>
            <a:xfrm>
              <a:off x="0" y="0"/>
              <a:ext cx="3553653" cy="8953198"/>
            </a:xfrm>
            <a:custGeom>
              <a:avLst/>
              <a:gdLst/>
              <a:ahLst/>
              <a:cxnLst/>
              <a:rect l="l" t="t" r="r" b="b"/>
              <a:pathLst>
                <a:path w="3553653" h="8953198" extrusionOk="0">
                  <a:moveTo>
                    <a:pt x="0" y="0"/>
                  </a:moveTo>
                  <a:lnTo>
                    <a:pt x="3553653" y="0"/>
                  </a:lnTo>
                  <a:lnTo>
                    <a:pt x="3553653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07" name="Google Shape;607;p24"/>
            <p:cNvSpPr txBox="1"/>
            <p:nvPr/>
          </p:nvSpPr>
          <p:spPr>
            <a:xfrm>
              <a:off x="0" y="-47625"/>
              <a:ext cx="355365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24"/>
          <p:cNvGrpSpPr/>
          <p:nvPr/>
        </p:nvGrpSpPr>
        <p:grpSpPr>
          <a:xfrm rot="2700000">
            <a:off x="5814180" y="-1683726"/>
            <a:ext cx="2596748" cy="2777574"/>
            <a:chOff x="0" y="-47625"/>
            <a:chExt cx="683917" cy="731542"/>
          </a:xfrm>
        </p:grpSpPr>
        <p:sp>
          <p:nvSpPr>
            <p:cNvPr id="615" name="Google Shape;615;p24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16" name="Google Shape;616;p24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24"/>
          <p:cNvGrpSpPr/>
          <p:nvPr/>
        </p:nvGrpSpPr>
        <p:grpSpPr>
          <a:xfrm rot="2700000">
            <a:off x="17414689" y="1854603"/>
            <a:ext cx="2596748" cy="2777574"/>
            <a:chOff x="0" y="-47625"/>
            <a:chExt cx="683917" cy="731542"/>
          </a:xfrm>
        </p:grpSpPr>
        <p:sp>
          <p:nvSpPr>
            <p:cNvPr id="618" name="Google Shape;618;p24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19" name="Google Shape;619;p24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24"/>
          <p:cNvGrpSpPr/>
          <p:nvPr/>
        </p:nvGrpSpPr>
        <p:grpSpPr>
          <a:xfrm rot="2700000">
            <a:off x="814576" y="9569213"/>
            <a:ext cx="2596748" cy="2777574"/>
            <a:chOff x="0" y="-47625"/>
            <a:chExt cx="683917" cy="731542"/>
          </a:xfrm>
        </p:grpSpPr>
        <p:sp>
          <p:nvSpPr>
            <p:cNvPr id="621" name="Google Shape;621;p24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22" name="Google Shape;622;p24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24"/>
          <p:cNvSpPr txBox="1"/>
          <p:nvPr/>
        </p:nvSpPr>
        <p:spPr>
          <a:xfrm>
            <a:off x="622888" y="1542770"/>
            <a:ext cx="480951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bg1"/>
                </a:solidFill>
                <a:latin typeface="Anton" pitchFamily="2" charset="0"/>
                <a:cs typeface="Times New Roman" panose="02020603050405020304" pitchFamily="18" charset="0"/>
              </a:rPr>
              <a:t>Recommendations</a:t>
            </a:r>
            <a:endParaRPr sz="4800" dirty="0">
              <a:solidFill>
                <a:schemeClr val="bg1"/>
              </a:solidFill>
              <a:latin typeface="Anton" pitchFamily="2" charset="0"/>
              <a:cs typeface="Times New Roman" panose="02020603050405020304" pitchFamily="18" charset="0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659484" y="2733635"/>
            <a:ext cx="7253700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Supply Chain Resilience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Diversify suppliers and use predictive analytics for risk mitigation. Onshoring production facilities and multi-supplier strategies.</a:t>
            </a:r>
          </a:p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Product Development: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AI-driven tools in R&amp;D.</a:t>
            </a:r>
          </a:p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Decision-Making: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Broaden the use of BI tools for real-time insights.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5" name="Google Shape;625;p24"/>
          <p:cNvGrpSpPr/>
          <p:nvPr/>
        </p:nvGrpSpPr>
        <p:grpSpPr>
          <a:xfrm rot="2700000">
            <a:off x="17891043" y="721102"/>
            <a:ext cx="2741636" cy="2922462"/>
            <a:chOff x="0" y="-47625"/>
            <a:chExt cx="722077" cy="769702"/>
          </a:xfrm>
        </p:grpSpPr>
        <p:sp>
          <p:nvSpPr>
            <p:cNvPr id="626" name="Google Shape;626;p2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27" name="Google Shape;627;p24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oogle Shape;557;p22">
            <a:extLst>
              <a:ext uri="{FF2B5EF4-FFF2-40B4-BE49-F238E27FC236}">
                <a16:creationId xmlns:a16="http://schemas.microsoft.com/office/drawing/2014/main" id="{7A7D7F0A-9D1D-B551-48A5-84DE67FBC32F}"/>
              </a:ext>
            </a:extLst>
          </p:cNvPr>
          <p:cNvGrpSpPr/>
          <p:nvPr/>
        </p:nvGrpSpPr>
        <p:grpSpPr>
          <a:xfrm rot="2700000">
            <a:off x="36614224" y="-1616838"/>
            <a:ext cx="2596748" cy="2777574"/>
            <a:chOff x="0" y="-47625"/>
            <a:chExt cx="683917" cy="731542"/>
          </a:xfrm>
        </p:grpSpPr>
        <p:sp>
          <p:nvSpPr>
            <p:cNvPr id="8" name="Google Shape;558;p22">
              <a:extLst>
                <a:ext uri="{FF2B5EF4-FFF2-40B4-BE49-F238E27FC236}">
                  <a16:creationId xmlns:a16="http://schemas.microsoft.com/office/drawing/2014/main" id="{EDDA9306-64FB-97DE-9C69-1EB0FA8E2FDD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9" name="Google Shape;559;p22">
              <a:extLst>
                <a:ext uri="{FF2B5EF4-FFF2-40B4-BE49-F238E27FC236}">
                  <a16:creationId xmlns:a16="http://schemas.microsoft.com/office/drawing/2014/main" id="{E6EDF7EB-D836-FAF9-638F-B945BDA3858B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560;p22">
            <a:extLst>
              <a:ext uri="{FF2B5EF4-FFF2-40B4-BE49-F238E27FC236}">
                <a16:creationId xmlns:a16="http://schemas.microsoft.com/office/drawing/2014/main" id="{14FC423D-D2F3-13ED-B2B0-B2B6E9969799}"/>
              </a:ext>
            </a:extLst>
          </p:cNvPr>
          <p:cNvGrpSpPr/>
          <p:nvPr/>
        </p:nvGrpSpPr>
        <p:grpSpPr>
          <a:xfrm rot="2700000">
            <a:off x="42863730" y="4537626"/>
            <a:ext cx="2596748" cy="2777574"/>
            <a:chOff x="0" y="-47625"/>
            <a:chExt cx="683917" cy="731542"/>
          </a:xfrm>
        </p:grpSpPr>
        <p:sp>
          <p:nvSpPr>
            <p:cNvPr id="11" name="Google Shape;561;p22">
              <a:extLst>
                <a:ext uri="{FF2B5EF4-FFF2-40B4-BE49-F238E27FC236}">
                  <a16:creationId xmlns:a16="http://schemas.microsoft.com/office/drawing/2014/main" id="{BCB7B954-B872-4FD8-7DCA-2F6A0A348362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2" name="Google Shape;562;p22">
              <a:extLst>
                <a:ext uri="{FF2B5EF4-FFF2-40B4-BE49-F238E27FC236}">
                  <a16:creationId xmlns:a16="http://schemas.microsoft.com/office/drawing/2014/main" id="{CD059CE5-C090-11F2-FF40-92B851CA1CAA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563;p22">
            <a:extLst>
              <a:ext uri="{FF2B5EF4-FFF2-40B4-BE49-F238E27FC236}">
                <a16:creationId xmlns:a16="http://schemas.microsoft.com/office/drawing/2014/main" id="{DAD5BE1F-8857-A5E5-8F9F-21D4A2FDBCC5}"/>
              </a:ext>
            </a:extLst>
          </p:cNvPr>
          <p:cNvGrpSpPr/>
          <p:nvPr/>
        </p:nvGrpSpPr>
        <p:grpSpPr>
          <a:xfrm rot="2700000">
            <a:off x="35192341" y="-2435092"/>
            <a:ext cx="2741636" cy="2922462"/>
            <a:chOff x="0" y="-47625"/>
            <a:chExt cx="722077" cy="769702"/>
          </a:xfrm>
        </p:grpSpPr>
        <p:sp>
          <p:nvSpPr>
            <p:cNvPr id="14" name="Google Shape;564;p22">
              <a:extLst>
                <a:ext uri="{FF2B5EF4-FFF2-40B4-BE49-F238E27FC236}">
                  <a16:creationId xmlns:a16="http://schemas.microsoft.com/office/drawing/2014/main" id="{C2CA72DF-0165-4ED5-372F-EB273BEA31A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5" name="Google Shape;565;p22">
              <a:extLst>
                <a:ext uri="{FF2B5EF4-FFF2-40B4-BE49-F238E27FC236}">
                  <a16:creationId xmlns:a16="http://schemas.microsoft.com/office/drawing/2014/main" id="{6F1570C0-E139-6090-F4C8-2E2E576D6081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566;p22">
            <a:extLst>
              <a:ext uri="{FF2B5EF4-FFF2-40B4-BE49-F238E27FC236}">
                <a16:creationId xmlns:a16="http://schemas.microsoft.com/office/drawing/2014/main" id="{28BEFE8A-99D2-040D-794B-BECE01DF32DD}"/>
              </a:ext>
            </a:extLst>
          </p:cNvPr>
          <p:cNvGrpSpPr/>
          <p:nvPr/>
        </p:nvGrpSpPr>
        <p:grpSpPr>
          <a:xfrm rot="2700000">
            <a:off x="29062950" y="9671766"/>
            <a:ext cx="2741636" cy="2922462"/>
            <a:chOff x="0" y="-47625"/>
            <a:chExt cx="722077" cy="769702"/>
          </a:xfrm>
        </p:grpSpPr>
        <p:sp>
          <p:nvSpPr>
            <p:cNvPr id="17" name="Google Shape;567;p22">
              <a:extLst>
                <a:ext uri="{FF2B5EF4-FFF2-40B4-BE49-F238E27FC236}">
                  <a16:creationId xmlns:a16="http://schemas.microsoft.com/office/drawing/2014/main" id="{C091D686-AFE9-2B21-970C-0EBAEB781240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8" name="Google Shape;568;p22">
              <a:extLst>
                <a:ext uri="{FF2B5EF4-FFF2-40B4-BE49-F238E27FC236}">
                  <a16:creationId xmlns:a16="http://schemas.microsoft.com/office/drawing/2014/main" id="{33EF74BB-16E7-F52C-1564-9DA9DCE8563C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6CFA5F5-0EFA-7DCE-6D41-8BF64A0D23AE}"/>
              </a:ext>
            </a:extLst>
          </p:cNvPr>
          <p:cNvSpPr txBox="1"/>
          <p:nvPr/>
        </p:nvSpPr>
        <p:spPr>
          <a:xfrm>
            <a:off x="659484" y="-4089603"/>
            <a:ext cx="10196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Conclusion: Driving Innovation Through Intelligence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D663187F-3AEC-8EEE-9299-F4DDA96C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74450" y="2033249"/>
            <a:ext cx="16445528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Apple’s Strength: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leader in blending innovation with strategic management, ensuring sustained growth.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and emerging technologies are pivotal to Apple’s efficiency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leadership and strategic planning drive its market success.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Diversify supply chains, enhance AI and IoT integration, and leverage predictive analytics for personalization.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Note: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Apple’s success showcases how innovation and management excellence transform challenges into opportunities,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shaping the future.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2570DE-944B-8DC2-486C-35AA085DF4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44" b="1851"/>
          <a:stretch/>
        </p:blipFill>
        <p:spPr>
          <a:xfrm>
            <a:off x="-16492669" y="1471963"/>
            <a:ext cx="15251627" cy="7764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40">
          <a:extLst>
            <a:ext uri="{FF2B5EF4-FFF2-40B4-BE49-F238E27FC236}">
              <a16:creationId xmlns:a16="http://schemas.microsoft.com/office/drawing/2014/main" id="{A07C37B8-06AC-9870-2ED4-DE5BA7C6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04;p24">
            <a:extLst>
              <a:ext uri="{FF2B5EF4-FFF2-40B4-BE49-F238E27FC236}">
                <a16:creationId xmlns:a16="http://schemas.microsoft.com/office/drawing/2014/main" id="{E4A11618-E9D2-7D9E-1CB9-CD77B09F614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8483167" y="0"/>
            <a:ext cx="950085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22">
            <a:extLst>
              <a:ext uri="{FF2B5EF4-FFF2-40B4-BE49-F238E27FC236}">
                <a16:creationId xmlns:a16="http://schemas.microsoft.com/office/drawing/2014/main" id="{A9C8659C-034A-98A5-F33F-C425D1411168}"/>
              </a:ext>
            </a:extLst>
          </p:cNvPr>
          <p:cNvGrpSpPr/>
          <p:nvPr/>
        </p:nvGrpSpPr>
        <p:grpSpPr>
          <a:xfrm rot="2700000">
            <a:off x="10935287" y="-1616838"/>
            <a:ext cx="2596748" cy="2777574"/>
            <a:chOff x="0" y="-47625"/>
            <a:chExt cx="683917" cy="731542"/>
          </a:xfrm>
        </p:grpSpPr>
        <p:sp>
          <p:nvSpPr>
            <p:cNvPr id="558" name="Google Shape;558;p22">
              <a:extLst>
                <a:ext uri="{FF2B5EF4-FFF2-40B4-BE49-F238E27FC236}">
                  <a16:creationId xmlns:a16="http://schemas.microsoft.com/office/drawing/2014/main" id="{E0BB5430-D2A8-A512-FE9A-817042C49559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59" name="Google Shape;559;p22">
              <a:extLst>
                <a:ext uri="{FF2B5EF4-FFF2-40B4-BE49-F238E27FC236}">
                  <a16:creationId xmlns:a16="http://schemas.microsoft.com/office/drawing/2014/main" id="{51B66B7F-C97C-39D4-9E96-A41D087802F8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22">
            <a:extLst>
              <a:ext uri="{FF2B5EF4-FFF2-40B4-BE49-F238E27FC236}">
                <a16:creationId xmlns:a16="http://schemas.microsoft.com/office/drawing/2014/main" id="{2883780D-3D9C-2654-0FAE-9A258A4C5ACE}"/>
              </a:ext>
            </a:extLst>
          </p:cNvPr>
          <p:cNvGrpSpPr/>
          <p:nvPr/>
        </p:nvGrpSpPr>
        <p:grpSpPr>
          <a:xfrm rot="2700000">
            <a:off x="17184793" y="4537626"/>
            <a:ext cx="2596748" cy="2777574"/>
            <a:chOff x="0" y="-47625"/>
            <a:chExt cx="683917" cy="731542"/>
          </a:xfrm>
        </p:grpSpPr>
        <p:sp>
          <p:nvSpPr>
            <p:cNvPr id="561" name="Google Shape;561;p22">
              <a:extLst>
                <a:ext uri="{FF2B5EF4-FFF2-40B4-BE49-F238E27FC236}">
                  <a16:creationId xmlns:a16="http://schemas.microsoft.com/office/drawing/2014/main" id="{3D39CA31-4577-213D-921A-3F46A146D733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62" name="Google Shape;562;p22">
              <a:extLst>
                <a:ext uri="{FF2B5EF4-FFF2-40B4-BE49-F238E27FC236}">
                  <a16:creationId xmlns:a16="http://schemas.microsoft.com/office/drawing/2014/main" id="{B1DC33B3-A694-82DF-D160-C753481BD129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22">
            <a:extLst>
              <a:ext uri="{FF2B5EF4-FFF2-40B4-BE49-F238E27FC236}">
                <a16:creationId xmlns:a16="http://schemas.microsoft.com/office/drawing/2014/main" id="{309B1C6B-FF7B-EC69-C608-BB2A879DD3C3}"/>
              </a:ext>
            </a:extLst>
          </p:cNvPr>
          <p:cNvGrpSpPr/>
          <p:nvPr/>
        </p:nvGrpSpPr>
        <p:grpSpPr>
          <a:xfrm rot="2700000">
            <a:off x="9513404" y="-2435092"/>
            <a:ext cx="2741636" cy="2922462"/>
            <a:chOff x="0" y="-47625"/>
            <a:chExt cx="722077" cy="769702"/>
          </a:xfrm>
        </p:grpSpPr>
        <p:sp>
          <p:nvSpPr>
            <p:cNvPr id="564" name="Google Shape;564;p22">
              <a:extLst>
                <a:ext uri="{FF2B5EF4-FFF2-40B4-BE49-F238E27FC236}">
                  <a16:creationId xmlns:a16="http://schemas.microsoft.com/office/drawing/2014/main" id="{D3402D24-E8FE-3544-5E99-D51861FF2E7B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65" name="Google Shape;565;p22">
              <a:extLst>
                <a:ext uri="{FF2B5EF4-FFF2-40B4-BE49-F238E27FC236}">
                  <a16:creationId xmlns:a16="http://schemas.microsoft.com/office/drawing/2014/main" id="{7B31132A-DC0E-279A-59CF-6B6AF6BAB0D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22">
            <a:extLst>
              <a:ext uri="{FF2B5EF4-FFF2-40B4-BE49-F238E27FC236}">
                <a16:creationId xmlns:a16="http://schemas.microsoft.com/office/drawing/2014/main" id="{0AE90A8F-61EF-5C74-73F8-53E49F91CBA9}"/>
              </a:ext>
            </a:extLst>
          </p:cNvPr>
          <p:cNvGrpSpPr/>
          <p:nvPr/>
        </p:nvGrpSpPr>
        <p:grpSpPr>
          <a:xfrm rot="2700000">
            <a:off x="3384013" y="9671766"/>
            <a:ext cx="2741636" cy="2922462"/>
            <a:chOff x="0" y="-47625"/>
            <a:chExt cx="722077" cy="769702"/>
          </a:xfrm>
        </p:grpSpPr>
        <p:sp>
          <p:nvSpPr>
            <p:cNvPr id="567" name="Google Shape;567;p22">
              <a:extLst>
                <a:ext uri="{FF2B5EF4-FFF2-40B4-BE49-F238E27FC236}">
                  <a16:creationId xmlns:a16="http://schemas.microsoft.com/office/drawing/2014/main" id="{B8263292-631B-9542-E48A-B371B7AD872B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68" name="Google Shape;568;p22">
              <a:extLst>
                <a:ext uri="{FF2B5EF4-FFF2-40B4-BE49-F238E27FC236}">
                  <a16:creationId xmlns:a16="http://schemas.microsoft.com/office/drawing/2014/main" id="{2E9F52D3-6EAC-7C71-FE6A-6B1B59079412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D6F85A-4A15-5BB2-20B4-F59483620C57}"/>
              </a:ext>
            </a:extLst>
          </p:cNvPr>
          <p:cNvSpPr txBox="1"/>
          <p:nvPr/>
        </p:nvSpPr>
        <p:spPr>
          <a:xfrm>
            <a:off x="395514" y="352931"/>
            <a:ext cx="10196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Conclusion: Driving Innovation Through Intelligence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5F8476-6939-DB07-2003-45F4A7A3A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13" y="2033249"/>
            <a:ext cx="16445528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Apple’s Strength: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leader in blending innovation with strategic management, ensuring sustained growth.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and emerging technologies are pivotal to Apple’s efficiency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leadership and strategic planning drive its market success.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Diversify supply chains, enhance AI and IoT integration, and leverage predictive analytics for personalization.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Note: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Apple’s success showcases how innovation and management excellence transform challenges into opportunities,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shaping the future.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oogle Shape;557;p22">
            <a:extLst>
              <a:ext uri="{FF2B5EF4-FFF2-40B4-BE49-F238E27FC236}">
                <a16:creationId xmlns:a16="http://schemas.microsoft.com/office/drawing/2014/main" id="{0330C984-3841-1C12-3137-B0F196FA3AD2}"/>
              </a:ext>
            </a:extLst>
          </p:cNvPr>
          <p:cNvGrpSpPr/>
          <p:nvPr/>
        </p:nvGrpSpPr>
        <p:grpSpPr>
          <a:xfrm rot="2700000">
            <a:off x="-14816044" y="-1616838"/>
            <a:ext cx="2596748" cy="2777574"/>
            <a:chOff x="0" y="-47625"/>
            <a:chExt cx="683917" cy="731542"/>
          </a:xfrm>
        </p:grpSpPr>
        <p:sp>
          <p:nvSpPr>
            <p:cNvPr id="8" name="Google Shape;558;p22">
              <a:extLst>
                <a:ext uri="{FF2B5EF4-FFF2-40B4-BE49-F238E27FC236}">
                  <a16:creationId xmlns:a16="http://schemas.microsoft.com/office/drawing/2014/main" id="{E405244B-2511-02CF-2684-1B049CC2FBDB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9" name="Google Shape;559;p22">
              <a:extLst>
                <a:ext uri="{FF2B5EF4-FFF2-40B4-BE49-F238E27FC236}">
                  <a16:creationId xmlns:a16="http://schemas.microsoft.com/office/drawing/2014/main" id="{7CBABFA8-E19D-E9A8-8526-1E21B1B0AD79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560;p22">
            <a:extLst>
              <a:ext uri="{FF2B5EF4-FFF2-40B4-BE49-F238E27FC236}">
                <a16:creationId xmlns:a16="http://schemas.microsoft.com/office/drawing/2014/main" id="{400E2F16-8DFD-DB2D-7E94-912205D583EF}"/>
              </a:ext>
            </a:extLst>
          </p:cNvPr>
          <p:cNvGrpSpPr/>
          <p:nvPr/>
        </p:nvGrpSpPr>
        <p:grpSpPr>
          <a:xfrm rot="2700000">
            <a:off x="-8566538" y="4537626"/>
            <a:ext cx="2596748" cy="2777574"/>
            <a:chOff x="0" y="-47625"/>
            <a:chExt cx="683917" cy="731542"/>
          </a:xfrm>
        </p:grpSpPr>
        <p:sp>
          <p:nvSpPr>
            <p:cNvPr id="11" name="Google Shape;561;p22">
              <a:extLst>
                <a:ext uri="{FF2B5EF4-FFF2-40B4-BE49-F238E27FC236}">
                  <a16:creationId xmlns:a16="http://schemas.microsoft.com/office/drawing/2014/main" id="{99104CC5-7C7C-9459-2D42-79A134B61251}"/>
                </a:ext>
              </a:extLst>
            </p:cNvPr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2" name="Google Shape;562;p22">
              <a:extLst>
                <a:ext uri="{FF2B5EF4-FFF2-40B4-BE49-F238E27FC236}">
                  <a16:creationId xmlns:a16="http://schemas.microsoft.com/office/drawing/2014/main" id="{F3414C99-566C-A29F-3145-ABBD7EA8CE46}"/>
                </a:ext>
              </a:extLst>
            </p:cNvPr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566;p22">
            <a:extLst>
              <a:ext uri="{FF2B5EF4-FFF2-40B4-BE49-F238E27FC236}">
                <a16:creationId xmlns:a16="http://schemas.microsoft.com/office/drawing/2014/main" id="{FEDE85D1-F425-2005-D9D0-9924D64E5A99}"/>
              </a:ext>
            </a:extLst>
          </p:cNvPr>
          <p:cNvGrpSpPr/>
          <p:nvPr/>
        </p:nvGrpSpPr>
        <p:grpSpPr>
          <a:xfrm rot="2700000">
            <a:off x="-22367318" y="9671766"/>
            <a:ext cx="2741636" cy="2922462"/>
            <a:chOff x="0" y="-47625"/>
            <a:chExt cx="722077" cy="769702"/>
          </a:xfrm>
        </p:grpSpPr>
        <p:sp>
          <p:nvSpPr>
            <p:cNvPr id="14" name="Google Shape;567;p22">
              <a:extLst>
                <a:ext uri="{FF2B5EF4-FFF2-40B4-BE49-F238E27FC236}">
                  <a16:creationId xmlns:a16="http://schemas.microsoft.com/office/drawing/2014/main" id="{F3E365B0-6EA8-16D1-0014-70D287720D0D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5" name="Google Shape;568;p22">
              <a:extLst>
                <a:ext uri="{FF2B5EF4-FFF2-40B4-BE49-F238E27FC236}">
                  <a16:creationId xmlns:a16="http://schemas.microsoft.com/office/drawing/2014/main" id="{199DAF2D-5FEA-B416-F283-EAF160D89DD0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BD1312-917D-269D-AB16-D7489C8C5F6B}"/>
              </a:ext>
            </a:extLst>
          </p:cNvPr>
          <p:cNvSpPr txBox="1"/>
          <p:nvPr/>
        </p:nvSpPr>
        <p:spPr>
          <a:xfrm>
            <a:off x="2752269" y="-5401428"/>
            <a:ext cx="102736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Anton" pitchFamily="2" charset="0"/>
              </a:rPr>
              <a:t>Question And Answers?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FDC32-5D6C-DCBA-46E7-8A479545122B}"/>
              </a:ext>
            </a:extLst>
          </p:cNvPr>
          <p:cNvSpPr txBox="1"/>
          <p:nvPr/>
        </p:nvSpPr>
        <p:spPr>
          <a:xfrm>
            <a:off x="2627509" y="-1352311"/>
            <a:ext cx="12508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nton" pitchFamily="2" charset="0"/>
              </a:rPr>
              <a:t>Let’s Explore the Future of Apple Together.</a:t>
            </a:r>
          </a:p>
        </p:txBody>
      </p:sp>
    </p:spTree>
    <p:extLst>
      <p:ext uri="{BB962C8B-B14F-4D97-AF65-F5344CB8AC3E}">
        <p14:creationId xmlns:p14="http://schemas.microsoft.com/office/powerpoint/2010/main" val="1264799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22"/>
          <p:cNvGrpSpPr/>
          <p:nvPr/>
        </p:nvGrpSpPr>
        <p:grpSpPr>
          <a:xfrm rot="2700000">
            <a:off x="10935287" y="-1616838"/>
            <a:ext cx="2596748" cy="2777574"/>
            <a:chOff x="0" y="-47625"/>
            <a:chExt cx="683917" cy="731542"/>
          </a:xfrm>
        </p:grpSpPr>
        <p:sp>
          <p:nvSpPr>
            <p:cNvPr id="558" name="Google Shape;558;p22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59" name="Google Shape;559;p22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22"/>
          <p:cNvGrpSpPr/>
          <p:nvPr/>
        </p:nvGrpSpPr>
        <p:grpSpPr>
          <a:xfrm rot="2700000">
            <a:off x="17184793" y="4537626"/>
            <a:ext cx="2596748" cy="2777574"/>
            <a:chOff x="0" y="-47625"/>
            <a:chExt cx="683917" cy="731542"/>
          </a:xfrm>
        </p:grpSpPr>
        <p:sp>
          <p:nvSpPr>
            <p:cNvPr id="561" name="Google Shape;561;p22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62" name="Google Shape;562;p22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22"/>
          <p:cNvGrpSpPr/>
          <p:nvPr/>
        </p:nvGrpSpPr>
        <p:grpSpPr>
          <a:xfrm rot="2700000">
            <a:off x="9513404" y="-2435092"/>
            <a:ext cx="2741636" cy="2922462"/>
            <a:chOff x="0" y="-47625"/>
            <a:chExt cx="722077" cy="769702"/>
          </a:xfrm>
        </p:grpSpPr>
        <p:sp>
          <p:nvSpPr>
            <p:cNvPr id="564" name="Google Shape;564;p22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65" name="Google Shape;565;p22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22"/>
          <p:cNvGrpSpPr/>
          <p:nvPr/>
        </p:nvGrpSpPr>
        <p:grpSpPr>
          <a:xfrm rot="2700000">
            <a:off x="3384013" y="9671766"/>
            <a:ext cx="2741636" cy="2922462"/>
            <a:chOff x="0" y="-47625"/>
            <a:chExt cx="722077" cy="769702"/>
          </a:xfrm>
        </p:grpSpPr>
        <p:sp>
          <p:nvSpPr>
            <p:cNvPr id="567" name="Google Shape;567;p22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68" name="Google Shape;568;p22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968E600-8871-04E3-04D8-8D42393B2859}"/>
              </a:ext>
            </a:extLst>
          </p:cNvPr>
          <p:cNvSpPr txBox="1"/>
          <p:nvPr/>
        </p:nvSpPr>
        <p:spPr>
          <a:xfrm>
            <a:off x="2752269" y="2674189"/>
            <a:ext cx="102736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Anton" pitchFamily="2" charset="0"/>
              </a:rPr>
              <a:t>Question And Answers?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372C0-42F2-30DB-78A1-C41AA53AEC56}"/>
              </a:ext>
            </a:extLst>
          </p:cNvPr>
          <p:cNvSpPr txBox="1"/>
          <p:nvPr/>
        </p:nvSpPr>
        <p:spPr>
          <a:xfrm>
            <a:off x="2627509" y="6723306"/>
            <a:ext cx="12508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nton" pitchFamily="2" charset="0"/>
              </a:rPr>
              <a:t>Let’s Explore the Future of Apple Together.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5AD42-31F8-ED88-37A1-53647E566681}"/>
              </a:ext>
            </a:extLst>
          </p:cNvPr>
          <p:cNvSpPr txBox="1"/>
          <p:nvPr/>
        </p:nvSpPr>
        <p:spPr>
          <a:xfrm>
            <a:off x="18714442" y="352931"/>
            <a:ext cx="10196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nton" pitchFamily="2" charset="0"/>
              </a:rPr>
              <a:t>Conclusion: Driving Innovation Through Intelligence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231218-E607-1C1D-3735-014E26863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4441" y="2033249"/>
            <a:ext cx="16445528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Apple’s Strength: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leader in blending innovation with strategic management, ensuring sustained growth.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and emerging technologies are pivotal to Apple’s efficiency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leadership and strategic planning drive its market success.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Diversify supply chains, enhance AI and IoT integration, and leverage predictive analytics for personalization.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Note: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Apple’s success showcases how innovation and management excellence transform challenges into opportunities,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shaping the future.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tock Management System Project Proposal">
  <a:themeElements>
    <a:clrScheme name="Office">
      <a:dk1>
        <a:srgbClr val="000000"/>
      </a:dk1>
      <a:lt1>
        <a:srgbClr val="FFFFFF"/>
      </a:lt1>
      <a:dk2>
        <a:srgbClr val="545454"/>
      </a:dk2>
      <a:lt2>
        <a:srgbClr val="888888"/>
      </a:lt2>
      <a:accent1>
        <a:srgbClr val="0F1A38"/>
      </a:accent1>
      <a:accent2>
        <a:srgbClr val="5271FF"/>
      </a:accent2>
      <a:accent3>
        <a:srgbClr val="545454"/>
      </a:accent3>
      <a:accent4>
        <a:srgbClr val="888888"/>
      </a:accent4>
      <a:accent5>
        <a:srgbClr val="0F1A38"/>
      </a:accent5>
      <a:accent6>
        <a:srgbClr val="5271FF"/>
      </a:accent6>
      <a:hlink>
        <a:srgbClr val="54545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</TotalTime>
  <Words>1929</Words>
  <Application>Microsoft Office PowerPoint</Application>
  <PresentationFormat>Custom</PresentationFormat>
  <Paragraphs>290</Paragraphs>
  <Slides>21</Slides>
  <Notes>21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Arial Black</vt:lpstr>
      <vt:lpstr>Montserrat</vt:lpstr>
      <vt:lpstr>Arial</vt:lpstr>
      <vt:lpstr>Calibri</vt:lpstr>
      <vt:lpstr>Anton</vt:lpstr>
      <vt:lpstr>Stock Management System Project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 Ali</dc:creator>
  <cp:lastModifiedBy>Hussain Ali</cp:lastModifiedBy>
  <cp:revision>70</cp:revision>
  <dcterms:modified xsi:type="dcterms:W3CDTF">2026-05-24T14:55:14Z</dcterms:modified>
</cp:coreProperties>
</file>